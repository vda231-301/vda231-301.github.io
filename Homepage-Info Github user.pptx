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2" r:id="rId5"/>
    <p:sldId id="2147480899" r:id="rId6"/>
    <p:sldId id="2585" r:id="rId7"/>
  </p:sldIdLst>
  <p:sldSz cx="12192000" cy="6858000"/>
  <p:notesSz cx="6819900" cy="9918700"/>
  <p:embeddedFontLst>
    <p:embeddedFont>
      <p:font typeface="MB Corpo A Title Cond Office" panose="02020506080000000003" pitchFamily="18" charset="0"/>
      <p:regular r:id="rId10"/>
    </p:embeddedFont>
    <p:embeddedFont>
      <p:font typeface="MB Corpo S Text Office" panose="020B0504050000000004" pitchFamily="34" charset="0"/>
      <p:regular r:id="rId11"/>
      <p:bold r:id="rId12"/>
    </p:embeddedFont>
    <p:embeddedFont>
      <p:font typeface="MB Corpo S Text Office Light" panose="020B0404050000000004" pitchFamily="34" charset="0"/>
      <p:regular r:id="rId13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 More Paper Chaos: Smart QA in the Age of Digital Twins at Mercedes-Benz – The Next Frontier with Agentic AI" id="{F1CDA142-1F45-40C4-ADC4-62F958B8D2DB}">
          <p14:sldIdLst>
            <p14:sldId id="2562"/>
          </p14:sldIdLst>
        </p14:section>
        <p14:section name="Current Challenges Data Exchange of Materials" id="{E034268B-DA55-490B-A3AD-A3C1B569171B}">
          <p14:sldIdLst>
            <p14:sldId id="2147480899"/>
          </p14:sldIdLst>
        </p14:section>
        <p14:section name="Standardization VDA 231-300/301" id="{97263005-F143-4714-B974-08B878B8B92F}">
          <p14:sldIdLst>
            <p14:sldId id="258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E7C9231-03F8-6B25-CAA2-BE86DF0D8FF1}" name="SF" initials="SF" userId="SF" providerId="None"/>
  <p188:author id="{069238BA-8945-3926-9223-AE3389921E38}" name="Capella &amp; McGrath" initials="CM" userId="Capella &amp; McGrath" providerId="None"/>
  <p188:author id="{CE4C86D1-E6F9-2066-AF38-737665713D7B}" name="Vogel, Leonie (000)" initials="LV" userId="S::vogeleo@emea.corpdir.net::7becd6cf-8361-4555-b7de-b1608558e98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05D3A7-A10C-4F87-B6FE-A2E061E64CE9}" v="35" dt="2026-04-28T13:10:15.5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01" autoAdjust="0"/>
  </p:normalViewPr>
  <p:slideViewPr>
    <p:cSldViewPr snapToGrid="0" snapToObjects="1" showGuides="1">
      <p:cViewPr varScale="1">
        <p:scale>
          <a:sx n="46" d="100"/>
          <a:sy n="46" d="100"/>
        </p:scale>
        <p:origin x="1332" y="264"/>
      </p:cViewPr>
      <p:guideLst/>
    </p:cSldViewPr>
  </p:slideViewPr>
  <p:outlineViewPr>
    <p:cViewPr>
      <p:scale>
        <a:sx n="33" d="100"/>
        <a:sy n="33" d="100"/>
      </p:scale>
      <p:origin x="0" y="-777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314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49BA9B17-0B58-694A-9EB2-0972094EE3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-11011" y="8825729"/>
            <a:ext cx="2955290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A391B8-6139-3A53-7223-00EEFDC80F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2020" y="8825729"/>
            <a:ext cx="2955290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C2089-0856-4559-9681-CC49AFF084B3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F187E4-ECCB-BE5B-92C8-71852AE7DD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1044"/>
            <a:ext cx="2955290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02E058-ED17-6BFB-4023-E94E8FBD34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63032" y="9421044"/>
            <a:ext cx="2955290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AB7C4-D87C-4726-8447-DA691088A8B2}" type="slidenum">
              <a:rPr lang="de-DE" smtClean="0"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8909FB0-7E10-56A0-25BC-573B3A23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65305" y="271019"/>
            <a:ext cx="1089291" cy="13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7873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4" userDrawn="1">
          <p15:clr>
            <a:srgbClr val="F26B43"/>
          </p15:clr>
        </p15:guide>
        <p15:guide id="2" pos="214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8801123"/>
            <a:ext cx="2955290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63032" y="8801123"/>
            <a:ext cx="2955290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6AABA-A5FB-4E9C-86D0-74A32AA08C19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34975" y="1239838"/>
            <a:ext cx="5949950" cy="3348037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1990" y="4773374"/>
            <a:ext cx="5455920" cy="390548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1044"/>
            <a:ext cx="2955290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63032" y="9421044"/>
            <a:ext cx="2955290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CB963-BF30-4F0E-A88E-08AB77B31FC5}" type="slidenum">
              <a:rPr lang="de-DE" smtClean="0"/>
              <a:t>‹Nr.›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AE86D2F-4ECA-7B7C-D87D-C107A8FA6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65305" y="271019"/>
            <a:ext cx="1089291" cy="13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70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88900" indent="-8890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176213" indent="-87313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265113" indent="-8890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360363" indent="-9525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449263" indent="-8890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4" userDrawn="1">
          <p15:clr>
            <a:srgbClr val="F26B43"/>
          </p15:clr>
        </p15:guide>
        <p15:guide id="2" pos="2148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will cover current challenges in quality assurance at Mercedes-Benz, the transformation to digital twins for smart QA, project insights on implementing this transformation, the rise of agentic AI within the software-defined industry, and the benefits of AI agents in QA and beyond.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CB963-BF30-4F0E-A88E-08AB77B31FC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474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marR="0" lvl="0" indent="-88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VDA 231-301 enables the structured and digital mapping of test report results. In cooperation with the University of Stuttgart, IKTD, a general generic data model was developed that underlies all test report results. This was translated into a JSON schema, which was made freely available on </a:t>
            </a:r>
            <a:r>
              <a:rPr lang="en-US" dirty="0" err="1"/>
              <a:t>Github</a:t>
            </a:r>
            <a:r>
              <a:rPr lang="en-US" dirty="0"/>
              <a:t> to enable collaborative development. This allows a trustworthy data chain to be built without having to retype. Ideally, it extends from the testing device to the OEM.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CB963-BF30-4F0E-A88E-08AB77B31FC5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1742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, Subheadline (White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43025" y="1557338"/>
            <a:ext cx="9505950" cy="1979674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DFBBED2-1E04-2D89-64E8-366E8D311D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43025" y="3674676"/>
            <a:ext cx="9505950" cy="1446599"/>
          </a:xfr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Subheadline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2EFA54C7-43F0-D878-186E-B6D6988CB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4028" y="5804725"/>
            <a:ext cx="5040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57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, Subheadline (Black Background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43025" y="1557337"/>
            <a:ext cx="9505950" cy="1979613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DFBBED2-1E04-2D89-64E8-366E8D311D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43025" y="3675600"/>
            <a:ext cx="9505950" cy="14472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Subheadline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697B855-0A18-BD6F-9E74-3ADC0735E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4028" y="5803200"/>
            <a:ext cx="504000" cy="504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20636D7C-59A0-8C26-6709-ECF008ACF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550831" y="254644"/>
            <a:ext cx="1092857" cy="12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246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line, Picture (White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3933824"/>
            <a:ext cx="11090274" cy="1084003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DFBBED2-1E04-2D89-64E8-366E8D311D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2" y="5121188"/>
            <a:ext cx="11090276" cy="395375"/>
          </a:xfr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Subheadline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2EFA54C7-43F0-D878-186E-B6D6988CB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4028" y="5803200"/>
            <a:ext cx="504000" cy="504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0863" y="765175"/>
            <a:ext cx="11090276" cy="316864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76030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headline, Picture (Black Background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3933823"/>
            <a:ext cx="11090274" cy="1083600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DFBBED2-1E04-2D89-64E8-366E8D311D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2" y="5121188"/>
            <a:ext cx="11090276" cy="3953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Subheadline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0863" y="765175"/>
            <a:ext cx="11090276" cy="316865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E95E133-370F-3BFD-16C4-582166024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4028" y="5803200"/>
            <a:ext cx="504000" cy="504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31C83E4-DD75-333D-7CAF-729F64A9D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550831" y="254644"/>
            <a:ext cx="1092857" cy="12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76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icture (White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3933824"/>
            <a:ext cx="11090274" cy="1582739"/>
          </a:xfrm>
        </p:spPr>
        <p:txBody>
          <a:bodyPr anchor="b"/>
          <a:lstStyle>
            <a:lvl1pPr algn="ctr">
              <a:lnSpc>
                <a:spcPct val="93000"/>
              </a:lnSpc>
              <a:defRPr sz="4800" cap="all" spc="7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Titel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0863" y="765175"/>
            <a:ext cx="11090276" cy="316865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2EFA54C7-43F0-D878-186E-B6D6988CB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4028" y="5803200"/>
            <a:ext cx="5040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77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(Black Background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3933825"/>
            <a:ext cx="11090274" cy="1582737"/>
          </a:xfrm>
        </p:spPr>
        <p:txBody>
          <a:bodyPr anchor="b"/>
          <a:lstStyle>
            <a:lvl1pPr algn="ctr">
              <a:lnSpc>
                <a:spcPct val="93000"/>
              </a:lnSpc>
              <a:defRPr sz="4800" cap="all" spc="700" baseline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0863" y="765175"/>
            <a:ext cx="11090276" cy="316865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D1640A1-A7C0-A96E-4FFC-7F71EB88E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4028" y="5803200"/>
            <a:ext cx="504000" cy="504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B13BE2B-4994-5D6F-1B50-FACD71CC5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550831" y="254644"/>
            <a:ext cx="1092857" cy="12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74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headline, Full-Page Picture (Bright)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799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4" y="3536950"/>
            <a:ext cx="11090272" cy="1872000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Titel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2AA7328-9DF9-0BBC-DBAD-C4AE2BA7A7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3" y="5517231"/>
            <a:ext cx="11090274" cy="396207"/>
          </a:xfr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Subheadline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9FEF4DBA-0CAB-62C3-ECDD-433D618F8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9288" y="6418681"/>
            <a:ext cx="1094400" cy="126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32E82317-1240-DA4E-C2C2-85D8153AB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4028" y="320807"/>
            <a:ext cx="504000" cy="5040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407145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headline, Full-Page Picture (Bright)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799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4" y="3536949"/>
            <a:ext cx="11090272" cy="1872000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Titel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2AA7328-9DF9-0BBC-DBAD-C4AE2BA7A7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3" y="5517231"/>
            <a:ext cx="11090274" cy="396207"/>
          </a:xfr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Subheadline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9FEF4DBA-0CAB-62C3-ECDD-433D618F8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9288" y="254286"/>
            <a:ext cx="1094400" cy="126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32E82317-1240-DA4E-C2C2-85D8153AB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4028" y="6040681"/>
            <a:ext cx="504000" cy="5040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614319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headline, Full-Page Picture (Dark)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799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3536950"/>
            <a:ext cx="11090274" cy="1872000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2AA7328-9DF9-0BBC-DBAD-C4AE2BA7A7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2" y="5517231"/>
            <a:ext cx="11090276" cy="39620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Subheadline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9FEF4DBA-0CAB-62C3-ECDD-433D618F8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9288" y="6418681"/>
            <a:ext cx="1094400" cy="126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32E82317-1240-DA4E-C2C2-85D8153AB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4028" y="320807"/>
            <a:ext cx="504000" cy="5040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025945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headline, Full-Page Picture (Dark)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799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3536950"/>
            <a:ext cx="11090274" cy="1872000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2AA7328-9DF9-0BBC-DBAD-C4AE2BA7A7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2" y="5517231"/>
            <a:ext cx="11090276" cy="39620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Subheadline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9FEF4DBA-0CAB-62C3-ECDD-433D618F8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9288" y="254286"/>
            <a:ext cx="1094400" cy="126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32E82317-1240-DA4E-C2C2-85D8153AB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4028" y="6092825"/>
            <a:ext cx="504000" cy="5040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999277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entre-Align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6904FA0-167D-2731-B322-146DD0135B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765173"/>
            <a:ext cx="11090276" cy="5327652"/>
          </a:xfrm>
        </p:spPr>
        <p:txBody>
          <a:bodyPr anchor="ctr" anchorCtr="0"/>
          <a:lstStyle>
            <a:lvl1pPr marL="449263" indent="-449263" algn="ctr">
              <a:spcAft>
                <a:spcPts val="900"/>
              </a:spcAft>
              <a:buFont typeface="+mj-lt"/>
              <a:buAutoNum type="arabicPeriod"/>
              <a:defRPr sz="3600">
                <a:latin typeface="+mj-lt"/>
              </a:defRPr>
            </a:lvl1pPr>
            <a:lvl2pPr marL="182562" indent="0">
              <a:buNone/>
              <a:defRPr/>
            </a:lvl2pPr>
            <a:lvl3pPr marL="358775" indent="0">
              <a:buNone/>
              <a:defRPr/>
            </a:lvl3pPr>
            <a:lvl4pPr marL="541338" indent="0">
              <a:buNone/>
              <a:defRPr/>
            </a:lvl4pPr>
            <a:lvl5pPr marL="715962" indent="0">
              <a:buNone/>
              <a:defRPr/>
            </a:lvl5pPr>
          </a:lstStyle>
          <a:p>
            <a:pPr lvl="0"/>
            <a:r>
              <a:rPr lang="de-DE" noProof="0" dirty="0"/>
              <a:t>K</a:t>
            </a:r>
            <a:r>
              <a:rPr lang="de-de" noProof="0" dirty="0"/>
              <a:t>apitel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3257627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eft-Align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6904FA0-167D-2731-B322-146DD0135B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9737" y="765179"/>
            <a:ext cx="4752975" cy="5327646"/>
          </a:xfrm>
        </p:spPr>
        <p:txBody>
          <a:bodyPr anchor="ctr" anchorCtr="0"/>
          <a:lstStyle>
            <a:lvl1pPr marL="0" indent="0" algn="l">
              <a:spcAft>
                <a:spcPts val="1200"/>
              </a:spcAft>
              <a:buFont typeface="+mj-lt"/>
              <a:buNone/>
              <a:tabLst>
                <a:tab pos="4740275" algn="r"/>
              </a:tabLst>
              <a:defRPr sz="3600">
                <a:latin typeface="+mj-lt"/>
              </a:defRPr>
            </a:lvl1pPr>
            <a:lvl2pPr marL="182562" indent="0">
              <a:buNone/>
              <a:defRPr/>
            </a:lvl2pPr>
            <a:lvl3pPr marL="358775" indent="0">
              <a:buNone/>
              <a:defRPr/>
            </a:lvl3pPr>
            <a:lvl4pPr marL="541338" indent="0">
              <a:buNone/>
              <a:defRPr/>
            </a:lvl4pPr>
            <a:lvl5pPr marL="715962" indent="0">
              <a:buNone/>
              <a:defRPr/>
            </a:lvl5pPr>
          </a:lstStyle>
          <a:p>
            <a:pPr lvl="0"/>
            <a:r>
              <a:rPr lang="de-DE" noProof="0" dirty="0"/>
              <a:t>K</a:t>
            </a:r>
            <a:r>
              <a:rPr lang="de-de" noProof="0" dirty="0"/>
              <a:t>apitel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4271901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C66D120-DF39-86BD-5A22-D807A8803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33" y="1670050"/>
            <a:ext cx="3961460" cy="966622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 noProof="0" dirty="0"/>
              <a:t>Agenda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4107EB1-9C39-51E6-C680-F9C11F124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2744788"/>
            <a:ext cx="3960812" cy="3348033"/>
          </a:xfrm>
        </p:spPr>
        <p:txBody>
          <a:bodyPr/>
          <a:lstStyle>
            <a:lvl1pPr marL="266700" indent="-266700">
              <a:spcAft>
                <a:spcPts val="450"/>
              </a:spcAft>
              <a:buFont typeface="+mj-lt"/>
              <a:buAutoNum type="arabicPeriod"/>
              <a:defRPr/>
            </a:lvl1pPr>
          </a:lstStyle>
          <a:p>
            <a:pPr lvl="0"/>
            <a:r>
              <a:rPr lang="de-DE" noProof="0" dirty="0"/>
              <a:t>K</a:t>
            </a:r>
            <a:r>
              <a:rPr lang="de-de" noProof="0" dirty="0"/>
              <a:t>apitel</a:t>
            </a:r>
          </a:p>
        </p:txBody>
      </p:sp>
      <p:sp>
        <p:nvSpPr>
          <p:cNvPr id="2" name="Bildplatzhalter 8">
            <a:extLst>
              <a:ext uri="{FF2B5EF4-FFF2-40B4-BE49-F238E27FC236}">
                <a16:creationId xmlns:a16="http://schemas.microsoft.com/office/drawing/2014/main" id="{283E5972-34D9-5BDE-BE51-9A9D01A3AA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03838" y="765179"/>
            <a:ext cx="6888162" cy="532764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4107171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8">
            <a:extLst>
              <a:ext uri="{FF2B5EF4-FFF2-40B4-BE49-F238E27FC236}">
                <a16:creationId xmlns:a16="http://schemas.microsoft.com/office/drawing/2014/main" id="{283E5972-34D9-5BDE-BE51-9A9D01A3AA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09675" y="765175"/>
            <a:ext cx="3366545" cy="532765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 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E4107EB1-9C39-51E6-C680-F9C11F124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4" y="765168"/>
            <a:ext cx="3565524" cy="5327659"/>
          </a:xfrm>
        </p:spPr>
        <p:txBody>
          <a:bodyPr bIns="144000" anchor="ctr"/>
          <a:lstStyle>
            <a:lvl1pPr marL="449263" indent="-449263">
              <a:spcAft>
                <a:spcPts val="900"/>
              </a:spcAft>
              <a:buFont typeface="+mj-lt"/>
              <a:buAutoNum type="arabicPeriod"/>
              <a:defRPr sz="3600" spc="100" baseline="0">
                <a:latin typeface="+mj-lt"/>
              </a:defRPr>
            </a:lvl1pPr>
          </a:lstStyle>
          <a:p>
            <a:pPr lvl="0"/>
            <a:r>
              <a:rPr lang="de-DE" noProof="0" dirty="0"/>
              <a:t>K</a:t>
            </a:r>
            <a:r>
              <a:rPr lang="de-de" noProof="0" dirty="0"/>
              <a:t>apitel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8B378EFF-B299-05A9-BC68-1FBD9A17D5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274220" y="2349500"/>
            <a:ext cx="3366916" cy="23749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2353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(White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3CAD1E5-88D8-CF56-F891-9784DA991E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65175"/>
            <a:ext cx="11090272" cy="5327650"/>
          </a:xfrm>
        </p:spPr>
        <p:txBody>
          <a:bodyPr anchor="ctr" anchorCtr="0"/>
          <a:lstStyle>
            <a:lvl1pPr marL="0" indent="0" algn="ctr">
              <a:lnSpc>
                <a:spcPct val="93000"/>
              </a:lnSpc>
              <a:buNone/>
              <a:defRPr sz="4800" cap="all" spc="700" baseline="0">
                <a:latin typeface="+mj-lt"/>
              </a:defRPr>
            </a:lvl1pPr>
          </a:lstStyle>
          <a:p>
            <a:pPr lvl="0"/>
            <a:r>
              <a:rPr lang="de-DE" noProof="0" dirty="0" err="1"/>
              <a:t>K</a:t>
            </a:r>
            <a:r>
              <a:rPr lang="de-de" noProof="0" dirty="0" err="1"/>
              <a:t>APitel</a:t>
            </a:r>
            <a:endParaRPr lang="de-de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244343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(Black Background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3CAD1E5-88D8-CF56-F891-9784DA991E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65175"/>
            <a:ext cx="11090272" cy="5327650"/>
          </a:xfrm>
        </p:spPr>
        <p:txBody>
          <a:bodyPr anchor="ctr" anchorCtr="0"/>
          <a:lstStyle>
            <a:lvl1pPr marL="0" indent="0" algn="ctr">
              <a:lnSpc>
                <a:spcPct val="93000"/>
              </a:lnSpc>
              <a:buNone/>
              <a:defRPr sz="4800" cap="all" spc="7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noProof="0" dirty="0" err="1"/>
              <a:t>k</a:t>
            </a:r>
            <a:r>
              <a:rPr lang="de-de" noProof="0" dirty="0" err="1"/>
              <a:t>apitel</a:t>
            </a:r>
            <a:endParaRPr lang="de-de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AF11FC0-924C-D190-2A62-D01D717CA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50831" y="254644"/>
            <a:ext cx="1092857" cy="12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207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, Full-Page Picture (B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8754A6-AD39-E8D4-1395-1289102CBD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799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3CAD1E5-88D8-CF56-F891-9784DA991E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65175"/>
            <a:ext cx="11090274" cy="5327650"/>
          </a:xfrm>
        </p:spPr>
        <p:txBody>
          <a:bodyPr anchor="ctr" anchorCtr="0"/>
          <a:lstStyle>
            <a:lvl1pPr marL="0" indent="0" algn="ctr">
              <a:lnSpc>
                <a:spcPct val="93000"/>
              </a:lnSpc>
              <a:buNone/>
              <a:defRPr sz="4800" cap="all" spc="700" baseline="0">
                <a:latin typeface="+mj-lt"/>
              </a:defRPr>
            </a:lvl1pPr>
          </a:lstStyle>
          <a:p>
            <a:pPr lvl="0"/>
            <a:r>
              <a:rPr lang="de-DE" noProof="0" dirty="0" err="1"/>
              <a:t>k</a:t>
            </a:r>
            <a:r>
              <a:rPr lang="de-de" noProof="0" dirty="0" err="1"/>
              <a:t>apitel</a:t>
            </a:r>
            <a:endParaRPr lang="de-de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41C115D5-4050-AB3B-D910-BE757557E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672462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, Full-Page Pictur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8754A6-AD39-E8D4-1395-1289102CBD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799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3CAD1E5-88D8-CF56-F891-9784DA991E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65175"/>
            <a:ext cx="11090272" cy="5327650"/>
          </a:xfrm>
        </p:spPr>
        <p:txBody>
          <a:bodyPr anchor="ctr" anchorCtr="0"/>
          <a:lstStyle>
            <a:lvl1pPr marL="0" indent="0" algn="ctr">
              <a:lnSpc>
                <a:spcPct val="93000"/>
              </a:lnSpc>
              <a:buNone/>
              <a:defRPr sz="4800" cap="all" spc="7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noProof="0" dirty="0" err="1"/>
              <a:t>k</a:t>
            </a:r>
            <a:r>
              <a:rPr lang="de-de" noProof="0" dirty="0" err="1"/>
              <a:t>apitel</a:t>
            </a:r>
            <a:endParaRPr lang="de-de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41C115D5-4050-AB3B-D910-BE757557E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597819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26428447-7C6D-0D35-7D73-1BA99AF1DD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1239291"/>
            <a:ext cx="11090276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de-de" noProof="0"/>
              <a:t>Subheadline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4017225E-6F1C-9979-8B2D-F25C5C8D42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2825"/>
            <a:ext cx="11090276" cy="216371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1956424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6" cy="1044116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41DB3931-F9B0-5F4F-24B6-BC86722344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30973941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79"/>
            <a:ext cx="11090274" cy="5327642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4" name="Textplatzhalter 14">
            <a:extLst>
              <a:ext uri="{FF2B5EF4-FFF2-40B4-BE49-F238E27FC236}">
                <a16:creationId xmlns:a16="http://schemas.microsoft.com/office/drawing/2014/main" id="{6A5D4A92-4E79-83B5-386E-C97ECD2AAD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34977582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75"/>
            <a:ext cx="4752975" cy="5327650"/>
          </a:xfr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3" name="Textplatzhalter 14">
            <a:extLst>
              <a:ext uri="{FF2B5EF4-FFF2-40B4-BE49-F238E27FC236}">
                <a16:creationId xmlns:a16="http://schemas.microsoft.com/office/drawing/2014/main" id="{FB34E7EA-4B73-18BE-5B6B-556542E2BC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28066337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Subheadline (Smaller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6" cy="995023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B9FEB2F7-CEB6-90D6-9BC8-C9507268AF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1" y="1263600"/>
            <a:ext cx="11090280" cy="557277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de-de" noProof="0"/>
              <a:t>Subheadline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CE3E623E-963F-B6C1-691A-0A0EB68D76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1" y="6093296"/>
            <a:ext cx="11090280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6819538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6" cy="1043521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10" name="Tabellenplatzhalter 9">
            <a:extLst>
              <a:ext uri="{FF2B5EF4-FFF2-40B4-BE49-F238E27FC236}">
                <a16:creationId xmlns:a16="http://schemas.microsoft.com/office/drawing/2014/main" id="{4E9509D3-28AE-EB2D-F17A-F9F5254AA09E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50863" y="1952625"/>
            <a:ext cx="11090276" cy="4140200"/>
          </a:xfrm>
        </p:spPr>
        <p:txBody>
          <a:bodyPr/>
          <a:lstStyle/>
          <a:p>
            <a:r>
              <a:rPr lang="de-DE" noProof="0"/>
              <a:t>Tabelle durch Klicken auf Symbol hinzufügen</a:t>
            </a:r>
            <a:endParaRPr lang="de-de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2192A9DD-4CCF-F290-C03A-A388B9080C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10104914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68"/>
            <a:ext cx="4752975" cy="5327650"/>
          </a:xfr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11" name="Diagrammplatzhalter 10">
            <a:extLst>
              <a:ext uri="{FF2B5EF4-FFF2-40B4-BE49-F238E27FC236}">
                <a16:creationId xmlns:a16="http://schemas.microsoft.com/office/drawing/2014/main" id="{0E2F6EF6-54CE-D2FB-6398-3F0932EB5A5C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096000" y="765175"/>
            <a:ext cx="5545137" cy="5327650"/>
          </a:xfrm>
        </p:spPr>
        <p:txBody>
          <a:bodyPr/>
          <a:lstStyle/>
          <a:p>
            <a:r>
              <a:rPr lang="de-DE" noProof="0"/>
              <a:t>Diagramm durch Klicken auf Symbol hinzufügen</a:t>
            </a:r>
            <a:endParaRPr lang="de-de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192685F7-8BDD-FE1C-AF95-6BA5DAE2B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l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39630825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Subheadlin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/>
              <a:t>Headline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A884BEC-F782-09CD-70B3-BD938DD7F0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1238400"/>
            <a:ext cx="11090276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de-de" noProof="0"/>
              <a:t>Subheadline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DD3E2F-3339-7493-EAD2-BE26BAFB802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noProof="0"/>
              <a:t>Text</a:t>
            </a:r>
          </a:p>
          <a:p>
            <a:pPr lvl="1"/>
            <a:r>
              <a:rPr lang="de-de" noProof="0"/>
              <a:t>Text</a:t>
            </a:r>
          </a:p>
          <a:p>
            <a:pPr lvl="2"/>
            <a:r>
              <a:rPr lang="de-de" noProof="0"/>
              <a:t>Text</a:t>
            </a:r>
          </a:p>
          <a:p>
            <a:pPr lvl="3"/>
            <a:r>
              <a:rPr lang="de-de" noProof="0"/>
              <a:t>Text</a:t>
            </a:r>
          </a:p>
          <a:p>
            <a:pPr lvl="4"/>
            <a:r>
              <a:rPr lang="de-de" noProof="0"/>
              <a:t>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6" name="Textplatzhalter 14">
            <a:extLst>
              <a:ext uri="{FF2B5EF4-FFF2-40B4-BE49-F238E27FC236}">
                <a16:creationId xmlns:a16="http://schemas.microsoft.com/office/drawing/2014/main" id="{20CA0F59-D99C-FB8E-0F0B-45D6A0C47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34465842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765179"/>
            <a:ext cx="3960812" cy="2055600"/>
          </a:xfrm>
        </p:spPr>
        <p:txBody>
          <a:bodyPr anchor="b" anchorCtr="0"/>
          <a:lstStyle/>
          <a:p>
            <a:r>
              <a:rPr lang="de-de" noProof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DD3E2F-3339-7493-EAD2-BE26BAFB80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4" y="3141663"/>
            <a:ext cx="3960811" cy="2951633"/>
          </a:xfrm>
        </p:spPr>
        <p:txBody>
          <a:bodyPr anchor="t" anchorCtr="0"/>
          <a:lstStyle/>
          <a:p>
            <a:pPr lvl="0"/>
            <a:r>
              <a:rPr lang="de-de" noProof="0"/>
              <a:t>Text</a:t>
            </a:r>
          </a:p>
          <a:p>
            <a:pPr lvl="1"/>
            <a:r>
              <a:rPr lang="de-de" noProof="0"/>
              <a:t>Text</a:t>
            </a:r>
          </a:p>
          <a:p>
            <a:pPr lvl="2"/>
            <a:r>
              <a:rPr lang="de-de" noProof="0"/>
              <a:t>Text</a:t>
            </a:r>
          </a:p>
          <a:p>
            <a:pPr lvl="3"/>
            <a:r>
              <a:rPr lang="de-de" noProof="0"/>
              <a:t>Text</a:t>
            </a:r>
          </a:p>
          <a:p>
            <a:pPr lvl="4"/>
            <a:r>
              <a:rPr lang="de-de" noProof="0"/>
              <a:t>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6E80B621-992F-8FBE-6D81-85B0E6412D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32527041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75"/>
            <a:ext cx="3565525" cy="5327650"/>
          </a:xfrm>
        </p:spPr>
        <p:txBody>
          <a:bodyPr anchor="ctr" anchorCtr="0"/>
          <a:lstStyle/>
          <a:p>
            <a:r>
              <a:rPr lang="de-de" noProof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DD3E2F-3339-7493-EAD2-BE26BAFB80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675" y="765175"/>
            <a:ext cx="7129462" cy="5327650"/>
          </a:xfrm>
        </p:spPr>
        <p:txBody>
          <a:bodyPr anchor="ctr" anchorCtr="0"/>
          <a:lstStyle/>
          <a:p>
            <a:pPr lvl="0"/>
            <a:r>
              <a:rPr lang="de-de" noProof="0"/>
              <a:t>Text</a:t>
            </a:r>
          </a:p>
          <a:p>
            <a:pPr lvl="1"/>
            <a:r>
              <a:rPr lang="de-de" noProof="0"/>
              <a:t>Text</a:t>
            </a:r>
          </a:p>
          <a:p>
            <a:pPr lvl="2"/>
            <a:r>
              <a:rPr lang="de-de" noProof="0"/>
              <a:t>Text</a:t>
            </a:r>
          </a:p>
          <a:p>
            <a:pPr lvl="3"/>
            <a:r>
              <a:rPr lang="de-de" noProof="0"/>
              <a:t>Text</a:t>
            </a:r>
          </a:p>
          <a:p>
            <a:pPr lvl="4"/>
            <a:r>
              <a:rPr lang="de-de" noProof="0"/>
              <a:t>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FBF6029B-F66B-E0CA-29F6-D741668560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27434672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1557338"/>
            <a:ext cx="11090274" cy="1187450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C1C8136E-3B0C-BB74-973A-94AB1EAB9A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3141662"/>
            <a:ext cx="11090274" cy="2771775"/>
          </a:xfrm>
        </p:spPr>
        <p:txBody>
          <a:bodyPr anchor="t" anchorCtr="0"/>
          <a:lstStyle>
            <a:lvl1pPr marL="0" indent="0" algn="ctr">
              <a:buNone/>
              <a:defRPr/>
            </a:lvl1pPr>
            <a:lvl2pPr marL="182562" indent="0" algn="ctr">
              <a:buNone/>
              <a:defRPr/>
            </a:lvl2pPr>
            <a:lvl3pPr marL="358775" indent="0" algn="ctr">
              <a:buNone/>
              <a:defRPr/>
            </a:lvl3pPr>
            <a:lvl4pPr marL="541338" indent="0" algn="ctr">
              <a:buNone/>
              <a:defRPr/>
            </a:lvl4pPr>
            <a:lvl5pPr marL="715962" indent="0" algn="ctr">
              <a:buNone/>
              <a:defRPr/>
            </a:lvl5pPr>
          </a:lstStyle>
          <a:p>
            <a:pPr lvl="0"/>
            <a:r>
              <a:rPr lang="de-de" noProof="0"/>
              <a:t>Text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4" name="Textplatzhalter 14">
            <a:extLst>
              <a:ext uri="{FF2B5EF4-FFF2-40B4-BE49-F238E27FC236}">
                <a16:creationId xmlns:a16="http://schemas.microsoft.com/office/drawing/2014/main" id="{07BD51C2-DE7D-4614-84D7-BB4BD1DF30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37926165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Subheadline, 2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2FC23C-30B1-C36A-9D66-7847B0D8F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6" cy="1044116"/>
          </a:xfrm>
        </p:spPr>
        <p:txBody>
          <a:bodyPr/>
          <a:lstStyle/>
          <a:p>
            <a:r>
              <a:rPr lang="de-de" noProof="0"/>
              <a:t>Headline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CCE43BAA-3DB8-F178-7815-4B5D07DA0E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1238400"/>
            <a:ext cx="11090272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de-de" noProof="0"/>
              <a:t>Subheadline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E3A406-50A9-2EE1-4814-6C6EE894C2A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3" y="1952625"/>
            <a:ext cx="5437187" cy="4140200"/>
          </a:xfrm>
        </p:spPr>
        <p:txBody>
          <a:bodyPr/>
          <a:lstStyle/>
          <a:p>
            <a:pPr lvl="0"/>
            <a:r>
              <a:rPr lang="de-de" noProof="0"/>
              <a:t>Text</a:t>
            </a:r>
          </a:p>
          <a:p>
            <a:pPr lvl="1"/>
            <a:r>
              <a:rPr lang="de-de" noProof="0"/>
              <a:t>Text</a:t>
            </a:r>
          </a:p>
          <a:p>
            <a:pPr lvl="2"/>
            <a:r>
              <a:rPr lang="de-de" noProof="0"/>
              <a:t>Text</a:t>
            </a:r>
          </a:p>
          <a:p>
            <a:pPr lvl="3"/>
            <a:r>
              <a:rPr lang="de-de" noProof="0"/>
              <a:t>Text</a:t>
            </a:r>
          </a:p>
          <a:p>
            <a:pPr lvl="4"/>
            <a:r>
              <a:rPr lang="de-de" noProof="0"/>
              <a:t>Text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2D913D-A961-2F6A-6D15-7BC9FFCD61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03951" y="1952625"/>
            <a:ext cx="5437186" cy="4140200"/>
          </a:xfrm>
        </p:spPr>
        <p:txBody>
          <a:bodyPr/>
          <a:lstStyle/>
          <a:p>
            <a:pPr lvl="0"/>
            <a:r>
              <a:rPr lang="de-de" noProof="0"/>
              <a:t>Text</a:t>
            </a:r>
          </a:p>
          <a:p>
            <a:pPr lvl="1"/>
            <a:r>
              <a:rPr lang="de-de" noProof="0"/>
              <a:t>Text</a:t>
            </a:r>
          </a:p>
          <a:p>
            <a:pPr lvl="2"/>
            <a:r>
              <a:rPr lang="de-de" noProof="0"/>
              <a:t>Text</a:t>
            </a:r>
          </a:p>
          <a:p>
            <a:pPr lvl="3"/>
            <a:r>
              <a:rPr lang="de-de" noProof="0"/>
              <a:t>Text</a:t>
            </a:r>
          </a:p>
          <a:p>
            <a:pPr lvl="4"/>
            <a:r>
              <a:rPr lang="de-de" noProof="0"/>
              <a:t>Text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34567CE-2F6F-08C1-AC99-35136365D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7F73859-00BB-C83A-D0AD-BFBD37488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C7AA773-FA76-9E33-F9BE-59772F5F0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7" name="Textplatzhalter 14">
            <a:extLst>
              <a:ext uri="{FF2B5EF4-FFF2-40B4-BE49-F238E27FC236}">
                <a16:creationId xmlns:a16="http://schemas.microsoft.com/office/drawing/2014/main" id="{C051D329-B011-B470-1577-0FE0BA0739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5" y="6093296"/>
            <a:ext cx="11090272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3990282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Subheadline, 3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1557338"/>
            <a:ext cx="11090275" cy="1187450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FDA9522-35BB-5845-0AB0-096279FD3E2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47738" y="3537545"/>
            <a:ext cx="3168652" cy="1979018"/>
          </a:xfrm>
        </p:spPr>
        <p:txBody>
          <a:bodyPr anchor="t" anchorCtr="0"/>
          <a:lstStyle>
            <a:lvl1pPr marL="0" indent="0" algn="ctr">
              <a:buNone/>
              <a:defRPr sz="1200"/>
            </a:lvl1pPr>
            <a:lvl2pPr marL="182562" indent="0" algn="ctr">
              <a:buNone/>
              <a:defRPr/>
            </a:lvl2pPr>
            <a:lvl3pPr marL="358775" indent="0" algn="ctr">
              <a:buNone/>
              <a:defRPr/>
            </a:lvl3pPr>
            <a:lvl4pPr marL="541338" indent="0" algn="ctr">
              <a:buNone/>
              <a:defRPr/>
            </a:lvl4pPr>
            <a:lvl5pPr marL="715962" indent="0" algn="ctr">
              <a:buNone/>
              <a:defRPr/>
            </a:lvl5pPr>
          </a:lstStyle>
          <a:p>
            <a:pPr lvl="0"/>
            <a:r>
              <a:rPr lang="de-de" noProof="0"/>
              <a:t>Text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60309B8C-A3EA-4F55-91AF-D6717E1A059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511676" y="3537545"/>
            <a:ext cx="3168650" cy="1979018"/>
          </a:xfrm>
        </p:spPr>
        <p:txBody>
          <a:bodyPr anchor="t" anchorCtr="0"/>
          <a:lstStyle>
            <a:lvl1pPr marL="0" indent="0" algn="ctr">
              <a:buNone/>
              <a:defRPr sz="1200"/>
            </a:lvl1pPr>
            <a:lvl2pPr marL="182562" indent="0" algn="ctr">
              <a:buNone/>
              <a:defRPr/>
            </a:lvl2pPr>
            <a:lvl3pPr marL="358775" indent="0" algn="ctr">
              <a:buNone/>
              <a:defRPr/>
            </a:lvl3pPr>
            <a:lvl4pPr marL="541338" indent="0" algn="ctr">
              <a:buNone/>
              <a:defRPr/>
            </a:lvl4pPr>
            <a:lvl5pPr marL="715962" indent="0" algn="ctr">
              <a:buNone/>
              <a:defRPr/>
            </a:lvl5pPr>
          </a:lstStyle>
          <a:p>
            <a:pPr lvl="0"/>
            <a:r>
              <a:rPr lang="de-de" noProof="0"/>
              <a:t>Text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2DB5D18B-6856-8B92-0B31-5E974B37075A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075612" y="3537545"/>
            <a:ext cx="3168650" cy="1979018"/>
          </a:xfrm>
        </p:spPr>
        <p:txBody>
          <a:bodyPr anchor="t" anchorCtr="0"/>
          <a:lstStyle>
            <a:lvl1pPr marL="0" indent="0" algn="ctr">
              <a:buNone/>
              <a:defRPr sz="1200"/>
            </a:lvl1pPr>
            <a:lvl2pPr marL="182562" indent="0" algn="ctr">
              <a:buNone/>
              <a:defRPr/>
            </a:lvl2pPr>
            <a:lvl3pPr marL="358775" indent="0" algn="ctr">
              <a:buNone/>
              <a:defRPr/>
            </a:lvl3pPr>
            <a:lvl4pPr marL="541338" indent="0" algn="ctr">
              <a:buNone/>
              <a:defRPr/>
            </a:lvl4pPr>
            <a:lvl5pPr marL="715962" indent="0" algn="ctr">
              <a:buNone/>
              <a:defRPr/>
            </a:lvl5pPr>
          </a:lstStyle>
          <a:p>
            <a:pPr lvl="0"/>
            <a:r>
              <a:rPr lang="de-de" noProof="0"/>
              <a:t>Text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4" name="Textplatzhalter 14">
            <a:extLst>
              <a:ext uri="{FF2B5EF4-FFF2-40B4-BE49-F238E27FC236}">
                <a16:creationId xmlns:a16="http://schemas.microsoft.com/office/drawing/2014/main" id="{1050CDD8-4FEE-017C-B4C8-091CEC8F8FC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8EDC03F5-D6E1-C2EE-2744-7FC1829C4D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7738" y="2961422"/>
            <a:ext cx="3168650" cy="382279"/>
          </a:xfrm>
        </p:spPr>
        <p:txBody>
          <a:bodyPr anchor="b" anchorCtr="0"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e-de" noProof="0"/>
              <a:t>Subheadline</a:t>
            </a:r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BF219A97-55D4-29A3-7E69-5AF44A6F3F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11676" y="2961422"/>
            <a:ext cx="3168650" cy="382279"/>
          </a:xfrm>
        </p:spPr>
        <p:txBody>
          <a:bodyPr anchor="b" anchorCtr="0"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e-de" noProof="0"/>
              <a:t>Subheadline</a:t>
            </a:r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E5429D68-FC17-914B-0338-9AC27AF2BA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75613" y="2961422"/>
            <a:ext cx="3168650" cy="382279"/>
          </a:xfrm>
        </p:spPr>
        <p:txBody>
          <a:bodyPr anchor="b" anchorCtr="0"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e-de" noProof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331307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, 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74"/>
            <a:ext cx="4357687" cy="2451600"/>
          </a:xfrm>
        </p:spPr>
        <p:txBody>
          <a:bodyPr anchor="b" anchorCtr="0"/>
          <a:lstStyle/>
          <a:p>
            <a:r>
              <a:rPr lang="de-de" noProof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DD3E2F-3339-7493-EAD2-BE26BAFB80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3538801"/>
            <a:ext cx="4357687" cy="2554496"/>
          </a:xfrm>
        </p:spPr>
        <p:txBody>
          <a:bodyPr anchor="t" anchorCtr="0"/>
          <a:lstStyle/>
          <a:p>
            <a:pPr lvl="0"/>
            <a:r>
              <a:rPr lang="de-de" noProof="0"/>
              <a:t>Text</a:t>
            </a:r>
          </a:p>
          <a:p>
            <a:pPr lvl="1"/>
            <a:r>
              <a:rPr lang="de-de" noProof="0"/>
              <a:t>Text</a:t>
            </a:r>
          </a:p>
          <a:p>
            <a:pPr lvl="2"/>
            <a:r>
              <a:rPr lang="de-de" noProof="0"/>
              <a:t>Text</a:t>
            </a:r>
          </a:p>
          <a:p>
            <a:pPr lvl="3"/>
            <a:r>
              <a:rPr lang="de-de" noProof="0"/>
              <a:t>Text</a:t>
            </a:r>
          </a:p>
          <a:p>
            <a:pPr lvl="4"/>
            <a:r>
              <a:rPr lang="de-de" noProof="0"/>
              <a:t>Text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E6AEA7F3-541A-3671-5004-7AA7101E8D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88310" y="1557338"/>
            <a:ext cx="990000" cy="990000"/>
          </a:xfr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77B4C090-DC9F-EA79-6751-0681CD32A2F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96000" y="2624089"/>
            <a:ext cx="1974620" cy="912861"/>
          </a:xfrm>
        </p:spPr>
        <p:txBody>
          <a:bodyPr anchor="t" anchorCtr="0"/>
          <a:lstStyle>
            <a:lvl1pPr marL="0" indent="0" algn="ctr">
              <a:spcAft>
                <a:spcPts val="300"/>
              </a:spcAft>
              <a:buFont typeface="Arial" panose="020B0604020202020204" pitchFamily="34" charset="0"/>
              <a:buNone/>
              <a:defRPr sz="1200" b="1">
                <a:latin typeface="MB Corpo S Text Office" panose="020B0504050000000004" pitchFamily="34" charset="0"/>
              </a:defRPr>
            </a:lvl1pPr>
            <a:lvl2pPr marL="0" indent="0" algn="ctr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noProof="0"/>
              <a:t>Text</a:t>
            </a:r>
          </a:p>
          <a:p>
            <a:pPr lvl="1"/>
            <a:r>
              <a:rPr lang="de-de" noProof="0"/>
              <a:t>Text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D700303A-8D4F-064B-D7F7-3CC82BB4AC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60083" y="1557338"/>
            <a:ext cx="990000" cy="990000"/>
          </a:xfr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DD2C1A5A-12B2-4579-13F0-FB47897F130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867774" y="2624089"/>
            <a:ext cx="1974619" cy="912861"/>
          </a:xfrm>
        </p:spPr>
        <p:txBody>
          <a:bodyPr anchor="t" anchorCtr="0"/>
          <a:lstStyle>
            <a:lvl1pPr marL="0" indent="0" algn="ctr">
              <a:spcAft>
                <a:spcPts val="300"/>
              </a:spcAft>
              <a:buFont typeface="Arial" panose="020B0604020202020204" pitchFamily="34" charset="0"/>
              <a:buNone/>
              <a:defRPr sz="1200" b="1">
                <a:latin typeface="MB Corpo S Text Office" panose="020B0504050000000004" pitchFamily="34" charset="0"/>
              </a:defRPr>
            </a:lvl1pPr>
            <a:lvl2pPr marL="0" indent="0" algn="ctr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noProof="0"/>
              <a:t>Text</a:t>
            </a:r>
          </a:p>
          <a:p>
            <a:pPr lvl="1"/>
            <a:r>
              <a:rPr lang="de-de" noProof="0"/>
              <a:t>Text</a:t>
            </a:r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AD4F66A8-5E09-C827-9F3E-2A3C67F2D2D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88310" y="3680796"/>
            <a:ext cx="990000" cy="990000"/>
          </a:xfr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2286D8D2-AFC6-F2EF-34DB-55AF6EB0E5C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096000" y="4742991"/>
            <a:ext cx="1974620" cy="983146"/>
          </a:xfrm>
        </p:spPr>
        <p:txBody>
          <a:bodyPr anchor="t" anchorCtr="0"/>
          <a:lstStyle>
            <a:lvl1pPr marL="0" indent="0" algn="ctr">
              <a:spcAft>
                <a:spcPts val="300"/>
              </a:spcAft>
              <a:buFont typeface="Arial" panose="020B0604020202020204" pitchFamily="34" charset="0"/>
              <a:buNone/>
              <a:defRPr sz="1200" b="1">
                <a:latin typeface="MB Corpo S Text Office" panose="020B0504050000000004" pitchFamily="34" charset="0"/>
              </a:defRPr>
            </a:lvl1pPr>
            <a:lvl2pPr marL="0" indent="0" algn="ctr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noProof="0"/>
              <a:t>Text</a:t>
            </a:r>
          </a:p>
          <a:p>
            <a:pPr lvl="1"/>
            <a:r>
              <a:rPr lang="de-de" noProof="0"/>
              <a:t>Text</a:t>
            </a:r>
          </a:p>
        </p:txBody>
      </p:sp>
      <p:sp>
        <p:nvSpPr>
          <p:cNvPr id="17" name="Bildplatzhalter 8">
            <a:extLst>
              <a:ext uri="{FF2B5EF4-FFF2-40B4-BE49-F238E27FC236}">
                <a16:creationId xmlns:a16="http://schemas.microsoft.com/office/drawing/2014/main" id="{26AAC94F-F259-503C-8A8B-99EDB21BA9B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360083" y="3680796"/>
            <a:ext cx="990000" cy="990000"/>
          </a:xfr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823F471-D71D-C8DD-3F84-0F1E7EF78C53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874356" y="4742991"/>
            <a:ext cx="1974619" cy="983146"/>
          </a:xfrm>
        </p:spPr>
        <p:txBody>
          <a:bodyPr anchor="t" anchorCtr="0"/>
          <a:lstStyle>
            <a:lvl1pPr marL="0" indent="0" algn="ctr">
              <a:spcAft>
                <a:spcPts val="300"/>
              </a:spcAft>
              <a:buFont typeface="Arial" panose="020B0604020202020204" pitchFamily="34" charset="0"/>
              <a:buNone/>
              <a:defRPr sz="1200" b="1">
                <a:latin typeface="MB Corpo S Text Office" panose="020B0504050000000004" pitchFamily="34" charset="0"/>
              </a:defRPr>
            </a:lvl1pPr>
            <a:lvl2pPr marL="0" indent="0" algn="ctr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noProof="0"/>
              <a:t>Text</a:t>
            </a:r>
          </a:p>
          <a:p>
            <a:pPr lvl="1"/>
            <a:r>
              <a:rPr lang="de-de" noProof="0"/>
              <a:t>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18" name="Textplatzhalter 14">
            <a:extLst>
              <a:ext uri="{FF2B5EF4-FFF2-40B4-BE49-F238E27FC236}">
                <a16:creationId xmlns:a16="http://schemas.microsoft.com/office/drawing/2014/main" id="{73C43E65-FC53-729A-C2BD-881E1CB8457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26262086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86"/>
            <a:ext cx="4357688" cy="5327628"/>
          </a:xfrm>
        </p:spPr>
        <p:txBody>
          <a:bodyPr anchor="ctr" anchorCtr="0"/>
          <a:lstStyle/>
          <a:p>
            <a:r>
              <a:rPr lang="de-de" noProof="0"/>
              <a:t>Headline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8F561120-86DD-DA94-AB96-BE4F32E190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03838" y="765167"/>
            <a:ext cx="6888162" cy="5327647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4" name="Textplatzhalter 14">
            <a:extLst>
              <a:ext uri="{FF2B5EF4-FFF2-40B4-BE49-F238E27FC236}">
                <a16:creationId xmlns:a16="http://schemas.microsoft.com/office/drawing/2014/main" id="{7AEEFE62-E441-321C-0368-8D32184691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7405964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765179"/>
            <a:ext cx="3960812" cy="2451600"/>
          </a:xfrm>
        </p:spPr>
        <p:txBody>
          <a:bodyPr anchor="b" anchorCtr="0"/>
          <a:lstStyle/>
          <a:p>
            <a:r>
              <a:rPr lang="de-de" noProof="0"/>
              <a:t>Headline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DA90331-2CCF-DD3F-A1AC-7F57B9449C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4" y="3538800"/>
            <a:ext cx="3960812" cy="2554021"/>
          </a:xfrm>
        </p:spPr>
        <p:txBody>
          <a:bodyPr/>
          <a:lstStyle/>
          <a:p>
            <a:pPr lvl="0"/>
            <a:r>
              <a:rPr lang="de-de" noProof="0"/>
              <a:t>Text</a:t>
            </a:r>
          </a:p>
          <a:p>
            <a:pPr lvl="1"/>
            <a:r>
              <a:rPr lang="de-de" noProof="0"/>
              <a:t>Text</a:t>
            </a:r>
          </a:p>
          <a:p>
            <a:pPr lvl="2"/>
            <a:r>
              <a:rPr lang="de-de" noProof="0"/>
              <a:t>Text</a:t>
            </a:r>
          </a:p>
          <a:p>
            <a:pPr lvl="3"/>
            <a:r>
              <a:rPr lang="de-de" noProof="0"/>
              <a:t>Text</a:t>
            </a:r>
          </a:p>
          <a:p>
            <a:pPr lvl="4"/>
            <a:r>
              <a:rPr lang="de-de" noProof="0"/>
              <a:t>Text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9D566279-8C9E-BD80-AF75-8B0D30E19F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8550" y="765168"/>
            <a:ext cx="7283450" cy="5328128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11895ACA-B7B5-733E-445F-0BE0885E34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39143699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79"/>
            <a:ext cx="4357687" cy="5327642"/>
          </a:xfrm>
        </p:spPr>
        <p:txBody>
          <a:bodyPr anchor="ctr" anchorCtr="0"/>
          <a:lstStyle/>
          <a:p>
            <a:r>
              <a:rPr lang="de-de" noProof="0"/>
              <a:t>Headline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8F561120-86DD-DA94-AB96-BE4F32E190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00713" y="1160748"/>
            <a:ext cx="2969062" cy="453650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404B5D8B-FA4A-D6BC-9288-BFF9A438DA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867775" y="2456892"/>
            <a:ext cx="2773364" cy="1944216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4" name="Textplatzhalter 14">
            <a:extLst>
              <a:ext uri="{FF2B5EF4-FFF2-40B4-BE49-F238E27FC236}">
                <a16:creationId xmlns:a16="http://schemas.microsoft.com/office/drawing/2014/main" id="{6FD12781-2EE3-0CFA-C15A-D084406B4A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26645780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468000"/>
            <a:ext cx="10658472" cy="504056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50E6167C-B6E6-3933-61B5-678C1D4025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12024" y="1360800"/>
            <a:ext cx="4338076" cy="217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6AD9E45-7AB1-C1A4-E24A-830B6F88B03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43472" y="2132856"/>
            <a:ext cx="4752528" cy="298833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925E44AF-33D8-AE6A-E6D5-6CE0007A33A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12024" y="3735825"/>
            <a:ext cx="3556396" cy="21776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905623F3-7465-3204-0363-E6C6417E7A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764" y="6093296"/>
            <a:ext cx="106584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3195339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3-Column Content,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4189"/>
            <a:ext cx="11090274" cy="1043521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7738" y="2349500"/>
            <a:ext cx="3168650" cy="19796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B27D638E-4435-A478-6B8E-70A5172A858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11546" y="2349500"/>
            <a:ext cx="3170652" cy="19796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FCE94595-516A-C517-658F-8303D18CD71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75612" y="2349500"/>
            <a:ext cx="3170652" cy="19796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6E8D947-0657-6051-699B-3EB86C4ACE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0862" y="6093296"/>
            <a:ext cx="11090278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60634671-C601-440F-31A7-06439D4542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6836" y="4567779"/>
            <a:ext cx="3159552" cy="135518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Text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6687B483-ECD5-86F5-5695-7CC2C9B4C7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11546" y="4567779"/>
            <a:ext cx="3159552" cy="135518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Text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0CBAFFD-28FA-4303-5F61-BBEEDFEC1D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1162" y="4567779"/>
            <a:ext cx="3159552" cy="135518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90210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,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765179"/>
            <a:ext cx="3960812" cy="2451600"/>
          </a:xfrm>
        </p:spPr>
        <p:txBody>
          <a:bodyPr anchor="b" anchorCtr="0"/>
          <a:lstStyle/>
          <a:p>
            <a:r>
              <a:rPr lang="de-de" noProof="0"/>
              <a:t>Headline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DA90331-2CCF-DD3F-A1AC-7F57B9449C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4" y="3538800"/>
            <a:ext cx="3960812" cy="2554496"/>
          </a:xfrm>
        </p:spPr>
        <p:txBody>
          <a:bodyPr/>
          <a:lstStyle/>
          <a:p>
            <a:pPr lvl="0"/>
            <a:r>
              <a:rPr lang="de-de" noProof="0"/>
              <a:t>Text</a:t>
            </a:r>
          </a:p>
          <a:p>
            <a:pPr lvl="1"/>
            <a:r>
              <a:rPr lang="de-de" noProof="0"/>
              <a:t>Text</a:t>
            </a:r>
          </a:p>
          <a:p>
            <a:pPr lvl="2"/>
            <a:r>
              <a:rPr lang="de-de" noProof="0"/>
              <a:t>Text</a:t>
            </a:r>
          </a:p>
          <a:p>
            <a:pPr lvl="3"/>
            <a:r>
              <a:rPr lang="de-de" noProof="0"/>
              <a:t>Text</a:t>
            </a:r>
          </a:p>
          <a:p>
            <a:pPr lvl="4"/>
            <a:r>
              <a:rPr lang="de-de" noProof="0"/>
              <a:t>Text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9D566279-8C9E-BD80-AF75-8B0D30E19F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62075" y="765174"/>
            <a:ext cx="3379062" cy="23688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7D362CCF-334C-BC73-662E-97605CA84F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62814" y="3319670"/>
            <a:ext cx="3162424" cy="23688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AE9BF08F-1BDA-20F5-1CEA-33A173A1039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908549" y="1952624"/>
            <a:ext cx="3167063" cy="236732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FAE9215A-DE78-CAF3-B946-BA71293756E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00713" y="4505648"/>
            <a:ext cx="2378112" cy="1803077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F516404A-9047-2372-37B7-07728221B6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4096184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76672"/>
            <a:ext cx="11090274" cy="504056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50E6167C-B6E6-3933-61B5-678C1D4025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699956" y="1369570"/>
            <a:ext cx="2177656" cy="237705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6AD9E45-7AB1-C1A4-E24A-830B6F88B03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43472" y="1670051"/>
            <a:ext cx="4158484" cy="207657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925E44AF-33D8-AE6A-E6D5-6CE0007A33A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699956" y="3933823"/>
            <a:ext cx="4032448" cy="21590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F87A7FD7-B764-1B1A-BD5B-6B14DC84C0F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75612" y="2198452"/>
            <a:ext cx="2772915" cy="154817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D478357F-2CB3-20A0-079E-5EF6941C55F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135188" y="3933824"/>
            <a:ext cx="3367524" cy="178161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35615752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: Headline &amp; 3 Pictures 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99AD18BA-1A87-7C92-DA53-464F4EC2E6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7738" y="765175"/>
            <a:ext cx="4752975" cy="792163"/>
          </a:xfrm>
        </p:spPr>
        <p:txBody>
          <a:bodyPr/>
          <a:lstStyle>
            <a:lvl1pPr marL="0" indent="0" algn="ctr">
              <a:lnSpc>
                <a:spcPct val="95000"/>
              </a:lnSpc>
              <a:buNone/>
              <a:defRPr sz="2400"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noProof="0"/>
              <a:t>Headline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C68037F3-7DAA-830B-059E-3FF13D9829C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47738" y="2150624"/>
            <a:ext cx="1979612" cy="15852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6AD9E45-7AB1-C1A4-E24A-830B6F88B03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25350" y="1670026"/>
            <a:ext cx="2574606" cy="20658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BBC0AE9A-BC82-8144-D597-AB78BFF9E23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39516" y="3933825"/>
            <a:ext cx="3960440" cy="215947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B32547A2-4110-CBE0-599E-08D828A7BFF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92043" y="765175"/>
            <a:ext cx="4752219" cy="792163"/>
          </a:xfrm>
        </p:spPr>
        <p:txBody>
          <a:bodyPr/>
          <a:lstStyle>
            <a:lvl1pPr marL="0" indent="0" algn="ctr">
              <a:lnSpc>
                <a:spcPct val="95000"/>
              </a:lnSpc>
              <a:buNone/>
              <a:defRPr sz="2400"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noProof="0"/>
              <a:t>Headline</a:t>
            </a:r>
          </a:p>
        </p:txBody>
      </p:sp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D25E291F-0A37-34C6-3711-D3246F7D791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492044" y="1670050"/>
            <a:ext cx="2574000" cy="206416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E41160F-3713-A10D-8BF9-77F3B1A3883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264650" y="2150214"/>
            <a:ext cx="1979612" cy="1584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7301E121-6FFF-D14B-504A-575B7A5C68E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492044" y="3933825"/>
            <a:ext cx="3960440" cy="215947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7ADB68A5-DBDF-32DC-BC24-58F4491B2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0050"/>
            <a:ext cx="0" cy="442324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17888433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: Headline &amp; 1 Picture 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99AD18BA-1A87-7C92-DA53-464F4EC2E6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7741" y="765175"/>
            <a:ext cx="4752972" cy="796715"/>
          </a:xfrm>
        </p:spPr>
        <p:txBody>
          <a:bodyPr/>
          <a:lstStyle>
            <a:lvl1pPr marL="0" indent="0" algn="ctr">
              <a:lnSpc>
                <a:spcPct val="95000"/>
              </a:lnSpc>
              <a:buNone/>
              <a:defRPr sz="2400"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noProof="0"/>
              <a:t>Headline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B32547A2-4110-CBE0-599E-08D828A7BFF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92043" y="765175"/>
            <a:ext cx="4752213" cy="796715"/>
          </a:xfrm>
        </p:spPr>
        <p:txBody>
          <a:bodyPr/>
          <a:lstStyle>
            <a:lvl1pPr marL="0" indent="0" algn="ctr">
              <a:lnSpc>
                <a:spcPct val="95000"/>
              </a:lnSpc>
              <a:buNone/>
              <a:defRPr sz="2400"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13" name="Textplatzhalter 14">
            <a:extLst>
              <a:ext uri="{FF2B5EF4-FFF2-40B4-BE49-F238E27FC236}">
                <a16:creationId xmlns:a16="http://schemas.microsoft.com/office/drawing/2014/main" id="{36BD2706-A0D3-0729-4EEF-F09B70FAAE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6764" y="6093296"/>
            <a:ext cx="106584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7E8FCF70-7C51-5A8F-5087-FDCA2F5037B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47740" y="1670050"/>
            <a:ext cx="4757564" cy="38465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A980F3E3-503E-5AA4-CC85-9B92556397A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492043" y="1670050"/>
            <a:ext cx="4752213" cy="38465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07E4C224-97A5-CE10-0370-7393A43CE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0050"/>
            <a:ext cx="0" cy="3846513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25581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4-Column Content, 4 Pictur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7426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07373FE8-8EBB-014F-2336-FA034891649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87755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969C1FAD-0129-EB3C-2DB1-BACAF43B303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28084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A0DB0E4C-E3F5-1DAE-3559-A20A5F7BD8C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868413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E2ADF1C-68FB-5E8B-F4E0-336F7FEE97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6764" y="6093296"/>
            <a:ext cx="106584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63F99675-84C1-0262-4664-C82DA16E68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6836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Text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E824360B-E423-B140-CD3C-91EB7AF434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87755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Text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D449BC92-C713-D1F6-938D-72719ED460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8084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Text</a:t>
            </a:r>
          </a:p>
        </p:txBody>
      </p:sp>
      <p:sp>
        <p:nvSpPr>
          <p:cNvPr id="20" name="Textplatzhalter 12">
            <a:extLst>
              <a:ext uri="{FF2B5EF4-FFF2-40B4-BE49-F238E27FC236}">
                <a16:creationId xmlns:a16="http://schemas.microsoft.com/office/drawing/2014/main" id="{F513D4AB-C2FC-DF2E-4BEE-9880A1E9ED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867775" y="4740322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Text</a:t>
            </a:r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EEF1AEA9-E2B8-39C9-1823-05C1EA2C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417344"/>
            <a:ext cx="4752975" cy="179996"/>
          </a:xfrm>
        </p:spPr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857236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4-Column Content, 4 Pictur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46825" y="2353444"/>
            <a:ext cx="2178000" cy="217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A65F67B3-DAFF-2FC2-B4B5-CB9265C3C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87154" y="2353444"/>
            <a:ext cx="2178000" cy="217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AA90DD17-1AE7-E928-C047-FA59E2E232B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27483" y="2353444"/>
            <a:ext cx="2178000" cy="217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4C3D264F-7E53-8D10-4E11-121579F6F0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67812" y="2353444"/>
            <a:ext cx="2178000" cy="217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C5EB138C-B055-CCBF-B6B2-C5097B73B8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6765" y="6093296"/>
            <a:ext cx="10658472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462D9757-6357-AA03-09AD-A6033144A7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6836" y="4724400"/>
            <a:ext cx="2367389" cy="1368424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Text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589DC20B-B41A-37B4-3482-CF9B7EF9BF3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93816" y="4724400"/>
            <a:ext cx="2367389" cy="1368424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Text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85087200-BB63-A3B9-AB53-283A850A6A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0796" y="4724400"/>
            <a:ext cx="2367389" cy="1368424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Text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8656A0DD-8FAA-297B-7328-06821D1D1EA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867775" y="4724400"/>
            <a:ext cx="2367389" cy="1368424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329797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, Full-Page Picture (Bright)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8">
            <a:extLst>
              <a:ext uri="{FF2B5EF4-FFF2-40B4-BE49-F238E27FC236}">
                <a16:creationId xmlns:a16="http://schemas.microsoft.com/office/drawing/2014/main" id="{5718B2B3-4849-5362-5E3F-AE429ED6FD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747BD-ACF9-10D0-D058-8B8C6620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5054B2E2-1ED4-99DC-5F49-E7976C8ED1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39331573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, Full-Page Picture (Dark)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8">
            <a:extLst>
              <a:ext uri="{FF2B5EF4-FFF2-40B4-BE49-F238E27FC236}">
                <a16:creationId xmlns:a16="http://schemas.microsoft.com/office/drawing/2014/main" id="{5718B2B3-4849-5362-5E3F-AE429ED6FD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747BD-ACF9-10D0-D058-8B8C6620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E6BA233E-A5DA-9416-12DD-9B19DAED83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5" y="6093296"/>
            <a:ext cx="11090272" cy="215900"/>
          </a:xfrm>
        </p:spPr>
        <p:txBody>
          <a:bodyPr tIns="0" anchor="b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13782933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, Full-Page Picture (Bright)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8">
            <a:extLst>
              <a:ext uri="{FF2B5EF4-FFF2-40B4-BE49-F238E27FC236}">
                <a16:creationId xmlns:a16="http://schemas.microsoft.com/office/drawing/2014/main" id="{5718B2B3-4849-5362-5E3F-AE429ED6FD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79"/>
            <a:ext cx="11090274" cy="5327642"/>
          </a:xfrm>
        </p:spPr>
        <p:txBody>
          <a:bodyPr anchor="ctr" anchorCtr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747BD-ACF9-10D0-D058-8B8C6620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F5210F91-3A1C-0946-B9A8-7EF340702D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25345639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, Full-Page Picture (Dark)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8">
            <a:extLst>
              <a:ext uri="{FF2B5EF4-FFF2-40B4-BE49-F238E27FC236}">
                <a16:creationId xmlns:a16="http://schemas.microsoft.com/office/drawing/2014/main" id="{5718B2B3-4849-5362-5E3F-AE429ED6FD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765179"/>
            <a:ext cx="11090276" cy="5327642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747BD-ACF9-10D0-D058-8B8C6620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A4CD9F30-8F69-77DF-EE7F-333948495B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2" y="6093296"/>
            <a:ext cx="11090278" cy="215900"/>
          </a:xfrm>
        </p:spPr>
        <p:txBody>
          <a:bodyPr tIns="0" anchor="b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23722843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Headlines, 2 Pictur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8">
            <a:extLst>
              <a:ext uri="{FF2B5EF4-FFF2-40B4-BE49-F238E27FC236}">
                <a16:creationId xmlns:a16="http://schemas.microsoft.com/office/drawing/2014/main" id="{5718B2B3-4849-5362-5E3F-AE429ED6FD9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096000" cy="685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 </a:t>
            </a:r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0B493E3F-6C0C-D060-264A-A4EF453DD4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765179"/>
            <a:ext cx="4994275" cy="5327642"/>
          </a:xfrm>
        </p:spPr>
        <p:txBody>
          <a:bodyPr anchor="ctr" anchorCtr="0"/>
          <a:lstStyle>
            <a:lvl1pPr marL="0" indent="0" algn="ctr">
              <a:lnSpc>
                <a:spcPct val="95000"/>
              </a:lnSpc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noProof="0"/>
              <a:t>Headline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9AAFC805-38AD-8BCC-7E8B-28370D53CF7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 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4075F43A-3500-8406-421B-B4CD78CEA4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41169" y="765179"/>
            <a:ext cx="4994276" cy="5327642"/>
          </a:xfrm>
        </p:spPr>
        <p:txBody>
          <a:bodyPr anchor="ctr" anchorCtr="0"/>
          <a:lstStyle>
            <a:lvl1pPr marL="0" indent="0" algn="ctr">
              <a:lnSpc>
                <a:spcPct val="95000"/>
              </a:lnSpc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747BD-ACF9-10D0-D058-8B8C6620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9" name="Textplatzhalter 14">
            <a:extLst>
              <a:ext uri="{FF2B5EF4-FFF2-40B4-BE49-F238E27FC236}">
                <a16:creationId xmlns:a16="http://schemas.microsoft.com/office/drawing/2014/main" id="{8FD9A006-278C-6A84-CAB2-C1F478B3A0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1808937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Headlines, 4 Pictur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8">
            <a:extLst>
              <a:ext uri="{FF2B5EF4-FFF2-40B4-BE49-F238E27FC236}">
                <a16:creationId xmlns:a16="http://schemas.microsoft.com/office/drawing/2014/main" id="{CAA7275A-BF78-904E-21EE-DBFEEBD5C00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6096000" cy="3429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 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E1605463-327E-8C34-5C1F-00949D84DDF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096000" y="0"/>
            <a:ext cx="6096000" cy="3429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 </a:t>
            </a:r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FB4C13DE-28A1-54E4-EA93-CF74E14F54A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0" y="3429000"/>
            <a:ext cx="6096000" cy="3429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 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2E006ACB-4286-F81F-A0E8-40965E783C8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96000" y="3429000"/>
            <a:ext cx="6096000" cy="3429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 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747BD-ACF9-10D0-D058-8B8C6620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F1EE29D-91DE-290A-A9A2-1D23118F9F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4" y="765168"/>
            <a:ext cx="4994274" cy="1898664"/>
          </a:xfrm>
        </p:spPr>
        <p:txBody>
          <a:bodyPr anchor="ctr" anchorCtr="0"/>
          <a:lstStyle>
            <a:lvl1pPr marL="0" indent="0" algn="ctr">
              <a:lnSpc>
                <a:spcPct val="95000"/>
              </a:lnSpc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noProof="0"/>
              <a:t>Headline</a:t>
            </a:r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02CC314E-59D5-3ECB-4C56-A97E18629E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46862" y="765168"/>
            <a:ext cx="4994276" cy="1898664"/>
          </a:xfrm>
        </p:spPr>
        <p:txBody>
          <a:bodyPr anchor="ctr" anchorCtr="0"/>
          <a:lstStyle>
            <a:lvl1pPr marL="0" indent="0" algn="ctr">
              <a:lnSpc>
                <a:spcPct val="95000"/>
              </a:lnSpc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noProof="0"/>
              <a:t>Headline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1EA83D23-4B4A-3030-94DF-273B78D2F0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0864" y="4194168"/>
            <a:ext cx="4994274" cy="1898664"/>
          </a:xfrm>
        </p:spPr>
        <p:txBody>
          <a:bodyPr anchor="ctr" anchorCtr="0"/>
          <a:lstStyle>
            <a:lvl1pPr marL="0" indent="0" algn="ctr">
              <a:lnSpc>
                <a:spcPct val="95000"/>
              </a:lnSpc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noProof="0"/>
              <a:t>Headline</a:t>
            </a:r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E800E626-A5A8-C371-DBA6-26ED19A977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46862" y="4194168"/>
            <a:ext cx="4994276" cy="1898664"/>
          </a:xfrm>
        </p:spPr>
        <p:txBody>
          <a:bodyPr anchor="ctr" anchorCtr="0"/>
          <a:lstStyle>
            <a:lvl1pPr marL="0" indent="0" algn="ctr">
              <a:lnSpc>
                <a:spcPct val="95000"/>
              </a:lnSpc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noProof="0"/>
              <a:t>Headline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17" name="Textplatzhalter 14">
            <a:extLst>
              <a:ext uri="{FF2B5EF4-FFF2-40B4-BE49-F238E27FC236}">
                <a16:creationId xmlns:a16="http://schemas.microsoft.com/office/drawing/2014/main" id="{A10529AC-E89D-EC27-F62D-C92C7961D6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1259165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headline, Full-Page Picture (B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8">
            <a:extLst>
              <a:ext uri="{FF2B5EF4-FFF2-40B4-BE49-F238E27FC236}">
                <a16:creationId xmlns:a16="http://schemas.microsoft.com/office/drawing/2014/main" id="{5718B2B3-4849-5362-5E3F-AE429ED6FD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747BD-ACF9-10D0-D058-8B8C662039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B5F0163E-7F5D-EB5E-1133-4061AED0D2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0862" y="4329114"/>
            <a:ext cx="11090276" cy="1187449"/>
          </a:xfrm>
        </p:spPr>
        <p:txBody>
          <a:bodyPr anchor="b" anchorCtr="0"/>
          <a:lstStyle>
            <a:lvl1pPr marL="0" indent="0" algn="ctr">
              <a:lnSpc>
                <a:spcPct val="95000"/>
              </a:lnSpc>
              <a:buNone/>
              <a:defRPr sz="1800">
                <a:solidFill>
                  <a:schemeClr val="tx1"/>
                </a:solidFill>
                <a:latin typeface="MB Corpo S Text Office" panose="020B0504050000000004" pitchFamily="34" charset="0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noProof="0"/>
              <a:t>Text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E0E4C55-AB4F-6531-AA63-26FE5AC393C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24631758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headline, Full-Page Pictur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8">
            <a:extLst>
              <a:ext uri="{FF2B5EF4-FFF2-40B4-BE49-F238E27FC236}">
                <a16:creationId xmlns:a16="http://schemas.microsoft.com/office/drawing/2014/main" id="{5718B2B3-4849-5362-5E3F-AE429ED6FD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747BD-ACF9-10D0-D058-8B8C6620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B5F0163E-7F5D-EB5E-1133-4061AED0D2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0863" y="4329113"/>
            <a:ext cx="11090274" cy="1188000"/>
          </a:xfrm>
        </p:spPr>
        <p:txBody>
          <a:bodyPr anchor="b" anchorCtr="0"/>
          <a:lstStyle>
            <a:lvl1pPr marL="0" indent="0" algn="ctr">
              <a:lnSpc>
                <a:spcPct val="95000"/>
              </a:lnSpc>
              <a:buNone/>
              <a:defRPr sz="1800">
                <a:solidFill>
                  <a:schemeClr val="bg1"/>
                </a:solidFill>
                <a:latin typeface="MB Corpo S Text Office" panose="020B0504050000000004" pitchFamily="34" charset="0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noProof="0"/>
              <a:t>Text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ECD3D1A-1BDC-460E-8BD3-A6EDFB0418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11637211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,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626400"/>
            <a:ext cx="11090276" cy="1044116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580504" y="2744788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8CC48BF8-62BB-4866-0A81-11A2B441714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20598" y="2744788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9AEDC0FA-3D01-24BD-C566-3B952CF3E3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860447" y="2744788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2" name="Bildplatzhalter 8">
            <a:extLst>
              <a:ext uri="{FF2B5EF4-FFF2-40B4-BE49-F238E27FC236}">
                <a16:creationId xmlns:a16="http://schemas.microsoft.com/office/drawing/2014/main" id="{0BD40D2B-0D78-03B0-B3DF-93D7240058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500539" y="2744788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3" name="Textplatzhalter 14">
            <a:extLst>
              <a:ext uri="{FF2B5EF4-FFF2-40B4-BE49-F238E27FC236}">
                <a16:creationId xmlns:a16="http://schemas.microsoft.com/office/drawing/2014/main" id="{0F53A7DD-D366-32BA-76A7-4F97EC3FCA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0862" y="6093296"/>
            <a:ext cx="11090278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F22222B-3826-EE2C-050F-E4A8FF4EDAF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7738" y="3929224"/>
            <a:ext cx="2376489" cy="118745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Name</a:t>
            </a:r>
          </a:p>
          <a:p>
            <a:pPr lvl="1"/>
            <a:endParaRPr lang="en-US" noProof="0" dirty="0"/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FAEF0D01-E113-02EA-2F5D-BD96674955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67773" y="3929224"/>
            <a:ext cx="2376489" cy="118745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Name</a:t>
            </a:r>
          </a:p>
          <a:p>
            <a:pPr lvl="1"/>
            <a:endParaRPr lang="en-US" noProof="0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6C6C8259-00C9-5FAA-DB9A-1942CC5B4A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88076" y="3937095"/>
            <a:ext cx="2376000" cy="118745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Name</a:t>
            </a:r>
          </a:p>
          <a:p>
            <a:pPr lvl="1"/>
            <a:endParaRPr lang="en-US" noProof="0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9D13F28-3E19-CD8B-FB14-D4E7A69ACB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27925" y="3937095"/>
            <a:ext cx="2376000" cy="118745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Name</a:t>
            </a:r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0284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, 9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4" cy="1044116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de-de" noProof="0"/>
              <a:t>Headline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D88D217C-7253-4B71-F7B3-74EF5E32078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5384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7A2B3F89-A35E-67DE-ED8D-4C4E52945D5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262653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BF090B15-4D5E-E084-5194-4D3F45F0734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44728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8" name="Bildplatzhalter 8">
            <a:extLst>
              <a:ext uri="{FF2B5EF4-FFF2-40B4-BE49-F238E27FC236}">
                <a16:creationId xmlns:a16="http://schemas.microsoft.com/office/drawing/2014/main" id="{D2CBE5A4-76C9-4A61-7542-A047D9AA222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817191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0131E12C-290D-E000-D172-6F64DD4D19C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094460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174035" y="4112421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8CC48BF8-62BB-4866-0A81-11A2B441714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18231" y="4112421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9AEDC0FA-3D01-24BD-C566-3B952CF3E3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662427" y="4112421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22" name="Bildplatzhalter 8">
            <a:extLst>
              <a:ext uri="{FF2B5EF4-FFF2-40B4-BE49-F238E27FC236}">
                <a16:creationId xmlns:a16="http://schemas.microsoft.com/office/drawing/2014/main" id="{0BD40D2B-0D78-03B0-B3DF-93D7240058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06622" y="4112421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de-de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99C79B5C-5BD4-F118-D86F-CBB5012135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0862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Name</a:t>
            </a:r>
          </a:p>
          <a:p>
            <a:pPr lvl="1"/>
            <a:endParaRPr lang="en-US" noProof="0" dirty="0"/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8AD95D8-46CD-67D9-5DEC-8F40BB8A1C8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28131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Name</a:t>
            </a:r>
          </a:p>
          <a:p>
            <a:pPr lvl="1"/>
            <a:endParaRPr lang="en-US" noProof="0" dirty="0"/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66D1DF6B-1C30-858C-9DF1-CE3099F9B85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05400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Name</a:t>
            </a:r>
          </a:p>
          <a:p>
            <a:pPr lvl="1"/>
            <a:endParaRPr lang="en-US" noProof="0" dirty="0"/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C80022E4-1747-FF7F-07FA-E1598A610A5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82669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Name</a:t>
            </a:r>
          </a:p>
          <a:p>
            <a:pPr lvl="1"/>
            <a:endParaRPr lang="en-US" noProof="0" dirty="0"/>
          </a:p>
        </p:txBody>
      </p:sp>
      <p:sp>
        <p:nvSpPr>
          <p:cNvPr id="29" name="Textplatzhalter 12">
            <a:extLst>
              <a:ext uri="{FF2B5EF4-FFF2-40B4-BE49-F238E27FC236}">
                <a16:creationId xmlns:a16="http://schemas.microsoft.com/office/drawing/2014/main" id="{248656D4-ECD9-53C3-721D-0599CB1566D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659938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Name</a:t>
            </a:r>
          </a:p>
          <a:p>
            <a:pPr lvl="1"/>
            <a:endParaRPr lang="en-US" noProof="0" dirty="0"/>
          </a:p>
        </p:txBody>
      </p: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BABD9B58-B287-61C8-D383-37824C7D7EE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739513" y="5331997"/>
            <a:ext cx="1980000" cy="972878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Name</a:t>
            </a:r>
          </a:p>
          <a:p>
            <a:pPr lvl="1"/>
            <a:endParaRPr lang="en-US" noProof="0" dirty="0"/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68A87BCE-06D1-5422-12AF-7160388C2F0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983709" y="5335847"/>
            <a:ext cx="1980000" cy="972878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Name</a:t>
            </a:r>
          </a:p>
          <a:p>
            <a:pPr lvl="1"/>
            <a:endParaRPr lang="en-US" noProof="0" dirty="0"/>
          </a:p>
        </p:txBody>
      </p:sp>
      <p:sp>
        <p:nvSpPr>
          <p:cNvPr id="32" name="Textplatzhalter 12">
            <a:extLst>
              <a:ext uri="{FF2B5EF4-FFF2-40B4-BE49-F238E27FC236}">
                <a16:creationId xmlns:a16="http://schemas.microsoft.com/office/drawing/2014/main" id="{62E3BCB4-B27A-12E3-82EF-4F567E6CAC9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27905" y="5335847"/>
            <a:ext cx="1980000" cy="972878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Name</a:t>
            </a:r>
          </a:p>
          <a:p>
            <a:pPr lvl="1"/>
            <a:endParaRPr lang="en-US" noProof="0" dirty="0"/>
          </a:p>
        </p:txBody>
      </p:sp>
      <p:sp>
        <p:nvSpPr>
          <p:cNvPr id="33" name="Textplatzhalter 12">
            <a:extLst>
              <a:ext uri="{FF2B5EF4-FFF2-40B4-BE49-F238E27FC236}">
                <a16:creationId xmlns:a16="http://schemas.microsoft.com/office/drawing/2014/main" id="{81BF4AFC-23AC-DB31-B66A-AE24D1C1C6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472100" y="5331997"/>
            <a:ext cx="1980000" cy="972878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de-de" noProof="0"/>
              <a:t>Name</a:t>
            </a:r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3913918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chapters</a:t>
            </a:r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sp>
        <p:nvSpPr>
          <p:cNvPr id="3" name="Textplatzhalter 14">
            <a:extLst>
              <a:ext uri="{FF2B5EF4-FFF2-40B4-BE49-F238E27FC236}">
                <a16:creationId xmlns:a16="http://schemas.microsoft.com/office/drawing/2014/main" id="{7D9485BC-7BCE-AB8B-D6D4-82AE9FE23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/>
              <a:t>Fußnote</a:t>
            </a:r>
          </a:p>
        </p:txBody>
      </p:sp>
    </p:spTree>
    <p:extLst>
      <p:ext uri="{BB962C8B-B14F-4D97-AF65-F5344CB8AC3E}">
        <p14:creationId xmlns:p14="http://schemas.microsoft.com/office/powerpoint/2010/main" val="3668776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ags" Target="../tags/tag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2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895EFC5-BD3B-BA24-7E94-625BEA931D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6"/>
            </p:custDataLst>
            <p:extLst>
              <p:ext uri="{D42A27DB-BD31-4B8C-83A1-F6EECF244321}">
                <p14:modId xmlns:p14="http://schemas.microsoft.com/office/powerpoint/2010/main" val="9530634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7" imgW="395" imgH="394" progId="TCLayout.ActiveDocument.1">
                  <p:embed/>
                </p:oleObj>
              </mc:Choice>
              <mc:Fallback>
                <p:oleObj name="think-cell Folie" r:id="rId57" imgW="395" imgH="39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95EFC5-BD3B-BA24-7E94-625BEA931D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6C280C1-5234-4296-7498-6DDA593D5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626400"/>
            <a:ext cx="11090276" cy="10441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/>
              <a:t>Headline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5031AE-658A-4F0F-5758-12ACBBE25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1" y="1952626"/>
            <a:ext cx="11090276" cy="435657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noProof="0"/>
              <a:t>Text</a:t>
            </a:r>
          </a:p>
          <a:p>
            <a:pPr lvl="1"/>
            <a:r>
              <a:rPr lang="de-de" noProof="0"/>
              <a:t>Text</a:t>
            </a:r>
          </a:p>
          <a:p>
            <a:pPr lvl="2"/>
            <a:r>
              <a:rPr lang="de-de" noProof="0"/>
              <a:t>Text</a:t>
            </a:r>
          </a:p>
          <a:p>
            <a:pPr lvl="3"/>
            <a:r>
              <a:rPr lang="de-de" noProof="0"/>
              <a:t>Text</a:t>
            </a:r>
          </a:p>
          <a:p>
            <a:pPr lvl="4"/>
            <a:r>
              <a:rPr lang="de-de" noProof="0"/>
              <a:t>Text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7904A0-7D94-0766-7DBE-42AB753C1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417344"/>
            <a:ext cx="4752975" cy="17999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cap="all" spc="15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chapters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940904-1DAD-EE22-4163-7EA05A2C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88162" y="6417356"/>
            <a:ext cx="4752975" cy="17999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cap="all" spc="150" baseline="0">
                <a:solidFill>
                  <a:schemeClr val="tx1"/>
                </a:solidFill>
              </a:defRPr>
            </a:lvl1pPr>
          </a:lstStyle>
          <a:p>
            <a:pPr algn="r"/>
            <a:r>
              <a:rPr lang="de-DE"/>
              <a:t>VDA AK Elastomere / 2026-04-17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9A77AF-044E-B78C-068E-F58A37481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07968" y="6417344"/>
            <a:ext cx="576064" cy="17999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‹Nr.›</a:t>
            </a:fld>
            <a:r>
              <a:rPr lang="de-de" noProof="0"/>
              <a:t> —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8B1CD12-FD39-A8AF-106A-E2AFBB4EC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>
          <a:xfrm>
            <a:off x="5548312" y="254645"/>
            <a:ext cx="1095376" cy="1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42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706" r:id="rId8"/>
    <p:sldLayoutId id="2147483663" r:id="rId9"/>
    <p:sldLayoutId id="2147483707" r:id="rId10"/>
    <p:sldLayoutId id="2147483664" r:id="rId11"/>
    <p:sldLayoutId id="2147483665" r:id="rId12"/>
    <p:sldLayoutId id="2147483666" r:id="rId13"/>
    <p:sldLayoutId id="2147483703" r:id="rId14"/>
    <p:sldLayoutId id="2147483669" r:id="rId15"/>
    <p:sldLayoutId id="2147483670" r:id="rId16"/>
    <p:sldLayoutId id="2147483667" r:id="rId17"/>
    <p:sldLayoutId id="2147483668" r:id="rId18"/>
    <p:sldLayoutId id="2147483654" r:id="rId19"/>
    <p:sldLayoutId id="2147483656" r:id="rId20"/>
    <p:sldLayoutId id="2147483673" r:id="rId21"/>
    <p:sldLayoutId id="2147483702" r:id="rId22"/>
    <p:sldLayoutId id="2147483698" r:id="rId23"/>
    <p:sldLayoutId id="2147483696" r:id="rId24"/>
    <p:sldLayoutId id="2147483697" r:id="rId25"/>
    <p:sldLayoutId id="2147483650" r:id="rId26"/>
    <p:sldLayoutId id="2147483701" r:id="rId27"/>
    <p:sldLayoutId id="2147483671" r:id="rId28"/>
    <p:sldLayoutId id="2147483672" r:id="rId29"/>
    <p:sldLayoutId id="2147483652" r:id="rId30"/>
    <p:sldLayoutId id="2147483674" r:id="rId31"/>
    <p:sldLayoutId id="2147483675" r:id="rId32"/>
    <p:sldLayoutId id="2147483676" r:id="rId33"/>
    <p:sldLayoutId id="2147483678" r:id="rId34"/>
    <p:sldLayoutId id="2147483677" r:id="rId35"/>
    <p:sldLayoutId id="2147483680" r:id="rId36"/>
    <p:sldLayoutId id="2147483684" r:id="rId37"/>
    <p:sldLayoutId id="2147483679" r:id="rId38"/>
    <p:sldLayoutId id="2147483681" r:id="rId39"/>
    <p:sldLayoutId id="2147483682" r:id="rId40"/>
    <p:sldLayoutId id="2147483704" r:id="rId41"/>
    <p:sldLayoutId id="2147483683" r:id="rId42"/>
    <p:sldLayoutId id="2147483685" r:id="rId43"/>
    <p:sldLayoutId id="2147483688" r:id="rId44"/>
    <p:sldLayoutId id="2147483689" r:id="rId45"/>
    <p:sldLayoutId id="2147483690" r:id="rId46"/>
    <p:sldLayoutId id="2147483691" r:id="rId47"/>
    <p:sldLayoutId id="2147483692" r:id="rId48"/>
    <p:sldLayoutId id="2147483693" r:id="rId49"/>
    <p:sldLayoutId id="2147483694" r:id="rId50"/>
    <p:sldLayoutId id="2147483695" r:id="rId51"/>
    <p:sldLayoutId id="2147483686" r:id="rId52"/>
    <p:sldLayoutId id="2147483687" r:id="rId53"/>
    <p:sldLayoutId id="2147483655" r:id="rId54"/>
  </p:sldLayoutIdLst>
  <p:hf hdr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6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7621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256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7462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8" orient="horz" pos="482" userDrawn="1">
          <p15:clr>
            <a:srgbClr val="5ACBF0"/>
          </p15:clr>
        </p15:guide>
        <p15:guide id="9" pos="347" userDrawn="1">
          <p15:clr>
            <a:srgbClr val="5ACBF0"/>
          </p15:clr>
        </p15:guide>
        <p15:guide id="10" pos="7333" userDrawn="1">
          <p15:clr>
            <a:srgbClr val="5ACBF0"/>
          </p15:clr>
        </p15:guide>
        <p15:guide id="11" pos="3341" userDrawn="1">
          <p15:clr>
            <a:srgbClr val="F26B43"/>
          </p15:clr>
        </p15:guide>
        <p15:guide id="12" pos="2842" userDrawn="1">
          <p15:clr>
            <a:srgbClr val="F26B43"/>
          </p15:clr>
        </p15:guide>
        <p15:guide id="13" pos="2343" userDrawn="1">
          <p15:clr>
            <a:srgbClr val="F26B43"/>
          </p15:clr>
        </p15:guide>
        <p15:guide id="14" pos="1844" userDrawn="1">
          <p15:clr>
            <a:srgbClr val="F26B43"/>
          </p15:clr>
        </p15:guide>
        <p15:guide id="15" pos="1345" userDrawn="1">
          <p15:clr>
            <a:srgbClr val="F26B43"/>
          </p15:clr>
        </p15:guide>
        <p15:guide id="16" pos="846" userDrawn="1">
          <p15:clr>
            <a:srgbClr val="F26B43"/>
          </p15:clr>
        </p15:guide>
        <p15:guide id="17" pos="4339" userDrawn="1">
          <p15:clr>
            <a:srgbClr val="F26B43"/>
          </p15:clr>
        </p15:guide>
        <p15:guide id="18" pos="4838" userDrawn="1">
          <p15:clr>
            <a:srgbClr val="F26B43"/>
          </p15:clr>
        </p15:guide>
        <p15:guide id="19" pos="5337" userDrawn="1">
          <p15:clr>
            <a:srgbClr val="F26B43"/>
          </p15:clr>
        </p15:guide>
        <p15:guide id="20" pos="5836" userDrawn="1">
          <p15:clr>
            <a:srgbClr val="F26B43"/>
          </p15:clr>
        </p15:guide>
        <p15:guide id="21" pos="6335" userDrawn="1">
          <p15:clr>
            <a:srgbClr val="F26B43"/>
          </p15:clr>
        </p15:guide>
        <p15:guide id="22" pos="6834" userDrawn="1">
          <p15:clr>
            <a:srgbClr val="F26B43"/>
          </p15:clr>
        </p15:guide>
        <p15:guide id="23" pos="3591" userDrawn="1">
          <p15:clr>
            <a:srgbClr val="A4A3A4"/>
          </p15:clr>
        </p15:guide>
        <p15:guide id="24" pos="3092" userDrawn="1">
          <p15:clr>
            <a:srgbClr val="A4A3A4"/>
          </p15:clr>
        </p15:guide>
        <p15:guide id="25" pos="4089" userDrawn="1">
          <p15:clr>
            <a:srgbClr val="A4A3A4"/>
          </p15:clr>
        </p15:guide>
        <p15:guide id="26" pos="4588" userDrawn="1">
          <p15:clr>
            <a:srgbClr val="A4A3A4"/>
          </p15:clr>
        </p15:guide>
        <p15:guide id="27" pos="5087" userDrawn="1">
          <p15:clr>
            <a:srgbClr val="A4A3A4"/>
          </p15:clr>
        </p15:guide>
        <p15:guide id="28" pos="2593" userDrawn="1">
          <p15:clr>
            <a:srgbClr val="A4A3A4"/>
          </p15:clr>
        </p15:guide>
        <p15:guide id="29" pos="5586" userDrawn="1">
          <p15:clr>
            <a:srgbClr val="A4A3A4"/>
          </p15:clr>
        </p15:guide>
        <p15:guide id="30" pos="2094" userDrawn="1">
          <p15:clr>
            <a:srgbClr val="A4A3A4"/>
          </p15:clr>
        </p15:guide>
        <p15:guide id="31" pos="1595" userDrawn="1">
          <p15:clr>
            <a:srgbClr val="A4A3A4"/>
          </p15:clr>
        </p15:guide>
        <p15:guide id="32" pos="6085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1096" userDrawn="1">
          <p15:clr>
            <a:srgbClr val="A4A3A4"/>
          </p15:clr>
        </p15:guide>
        <p15:guide id="35" pos="597" userDrawn="1">
          <p15:clr>
            <a:srgbClr val="A4A3A4"/>
          </p15:clr>
        </p15:guide>
        <p15:guide id="36" pos="7083" userDrawn="1">
          <p15:clr>
            <a:srgbClr val="A4A3A4"/>
          </p15:clr>
        </p15:guide>
        <p15:guide id="37" orient="horz" pos="981" userDrawn="1">
          <p15:clr>
            <a:srgbClr val="F26B43"/>
          </p15:clr>
        </p15:guide>
        <p15:guide id="38" orient="horz" pos="1480" userDrawn="1">
          <p15:clr>
            <a:srgbClr val="F26B43"/>
          </p15:clr>
        </p15:guide>
        <p15:guide id="39" orient="horz" pos="1979" userDrawn="1">
          <p15:clr>
            <a:srgbClr val="F26B43"/>
          </p15:clr>
        </p15:guide>
        <p15:guide id="40" orient="horz" pos="2478" userDrawn="1">
          <p15:clr>
            <a:srgbClr val="F26B43"/>
          </p15:clr>
        </p15:guide>
        <p15:guide id="41" orient="horz" pos="2976" userDrawn="1">
          <p15:clr>
            <a:srgbClr val="F26B43"/>
          </p15:clr>
        </p15:guide>
        <p15:guide id="42" orient="horz" pos="3475" userDrawn="1">
          <p15:clr>
            <a:srgbClr val="F26B43"/>
          </p15:clr>
        </p15:guide>
        <p15:guide id="43" orient="horz" pos="3974" userDrawn="1">
          <p15:clr>
            <a:srgbClr val="5ACBF0"/>
          </p15:clr>
        </p15:guide>
        <p15:guide id="44" orient="horz" pos="731" userDrawn="1">
          <p15:clr>
            <a:srgbClr val="A4A3A4"/>
          </p15:clr>
        </p15:guide>
        <p15:guide id="45" orient="horz" pos="1230" userDrawn="1">
          <p15:clr>
            <a:srgbClr val="A4A3A4"/>
          </p15:clr>
        </p15:guide>
        <p15:guide id="46" orient="horz" pos="1729" userDrawn="1">
          <p15:clr>
            <a:srgbClr val="A4A3A4"/>
          </p15:clr>
        </p15:guide>
        <p15:guide id="47" orient="horz" pos="2228" userDrawn="1">
          <p15:clr>
            <a:srgbClr val="A4A3A4"/>
          </p15:clr>
        </p15:guide>
        <p15:guide id="48" orient="horz" pos="2727" userDrawn="1">
          <p15:clr>
            <a:srgbClr val="A4A3A4"/>
          </p15:clr>
        </p15:guide>
        <p15:guide id="49" orient="horz" pos="3226" userDrawn="1">
          <p15:clr>
            <a:srgbClr val="A4A3A4"/>
          </p15:clr>
        </p15:guide>
        <p15:guide id="50" orient="horz" pos="3731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2.x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3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.emf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8.svg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4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.emf"/><Relationship Id="rId10" Type="http://schemas.openxmlformats.org/officeDocument/2006/relationships/image" Target="../media/image21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2003EE6-11E0-C2FA-CA0F-4C2A05229E9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8888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003EE6-11E0-C2FA-CA0F-4C2A05229E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647D38C7-7B0F-EA05-9476-9D452A728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765179"/>
            <a:ext cx="3960812" cy="2451600"/>
          </a:xfrm>
        </p:spPr>
        <p:txBody>
          <a:bodyPr vert="horz" anchor="b"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4C8614C-EBEA-8D64-E319-551200EA348F}"/>
              </a:ext>
            </a:extLst>
          </p:cNvPr>
          <p:cNvSpPr>
            <a:spLocks noGrp="1"/>
          </p:cNvSpPr>
          <p:nvPr>
            <p:ph type="body" sz="quarter" idx="15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550864" y="3538800"/>
            <a:ext cx="3960812" cy="255402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1500" dirty="0"/>
              <a:t>Current Challenges Data Exchange of Materials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1500" dirty="0"/>
              <a:t>Complexity of Quality Assurance of Materials</a:t>
            </a:r>
          </a:p>
          <a:p>
            <a:pPr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Standardization VDA 231-300/301</a:t>
            </a:r>
          </a:p>
          <a:p>
            <a:pPr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Future ready: The base layers of Agentic AI </a:t>
            </a:r>
            <a:br>
              <a:rPr lang="en-US" sz="1500" dirty="0"/>
            </a:br>
            <a:r>
              <a:rPr lang="en-US" sz="1500" dirty="0"/>
              <a:t>in Material Data Exchange</a:t>
            </a:r>
          </a:p>
          <a:p>
            <a:pPr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How to contribute – next steps</a:t>
            </a:r>
          </a:p>
        </p:txBody>
      </p:sp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60823DA5-7DFF-1ECE-0EBE-3CE43D9D207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/>
          <a:srcRect t="3802" b="3802"/>
          <a:stretch/>
        </p:blipFill>
        <p:spPr>
          <a:xfrm>
            <a:off x="4908550" y="765402"/>
            <a:ext cx="7283450" cy="5327659"/>
          </a:xfrm>
          <a:prstGeom prst="rect">
            <a:avLst/>
          </a:prstGeom>
          <a:noFill/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F70E18D-5476-7FC6-F71D-21AC2E6BCD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417344"/>
            <a:ext cx="4752975" cy="17999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chapters</a:t>
            </a:r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1332B6-2F0B-81EB-55E9-C8494F7C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88162" y="6417356"/>
            <a:ext cx="4752975" cy="17999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VDA AK Elastomere / 2026-04-17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1A9575-C7C7-9BB9-212A-F52D2A3A5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7968" y="6417344"/>
            <a:ext cx="576064" cy="17999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 noProof="0"/>
              <a:t>— </a:t>
            </a:r>
            <a:fld id="{BD52C9B0-35E5-4ABC-AA33-9A25A455E70C}" type="slidenum">
              <a:rPr lang="en-US" noProof="0" smtClean="0"/>
              <a:pPr>
                <a:spcAft>
                  <a:spcPts val="600"/>
                </a:spcAft>
              </a:pPr>
              <a:t>1</a:t>
            </a:fld>
            <a:r>
              <a:rPr lang="de-de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19320977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9521E-9BC4-7B10-9D7B-E0FC50116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1A51551-98AD-6E25-742B-96EF056C7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1174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A51551-98AD-6E25-742B-96EF056C7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2EFF4DC-5F3F-6A1C-8059-B6DECA23A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626400"/>
            <a:ext cx="11090276" cy="1044116"/>
          </a:xfrm>
        </p:spPr>
        <p:txBody>
          <a:bodyPr vert="horz"/>
          <a:lstStyle/>
          <a:p>
            <a:r>
              <a:rPr lang="en-US" dirty="0"/>
              <a:t>Complexity of Traditional Material-Data-Exchange</a:t>
            </a: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E0DCDB-C31C-EB1F-FEB4-88E6BA2852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3" y="1238400"/>
            <a:ext cx="11090276" cy="431800"/>
          </a:xfrm>
        </p:spPr>
        <p:txBody>
          <a:bodyPr/>
          <a:lstStyle/>
          <a:p>
            <a:r>
              <a:rPr lang="en-US" noProof="0" dirty="0"/>
              <a:t>Complex delivery regulations are passed on to the supply chain</a:t>
            </a:r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CEB542-018C-0201-271C-E1741153B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7968" y="6417344"/>
            <a:ext cx="576064" cy="179996"/>
          </a:xfrm>
        </p:spPr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GB" noProof="0" smtClean="0"/>
              <a:pPr/>
              <a:t>2</a:t>
            </a:fld>
            <a:r>
              <a:rPr lang="de-de" noProof="0"/>
              <a:t> —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DB1E4D8B-7B3B-43B6-13B7-17E4A66E52D5}"/>
              </a:ext>
            </a:extLst>
          </p:cNvPr>
          <p:cNvGrpSpPr/>
          <p:nvPr/>
        </p:nvGrpSpPr>
        <p:grpSpPr>
          <a:xfrm>
            <a:off x="1582275" y="1890336"/>
            <a:ext cx="2376169" cy="3422896"/>
            <a:chOff x="671831" y="1824965"/>
            <a:chExt cx="2376169" cy="3422896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42B8A89-E05A-02E5-AFF1-29F9BD4DDFB3}"/>
                </a:ext>
              </a:extLst>
            </p:cNvPr>
            <p:cNvSpPr/>
            <p:nvPr/>
          </p:nvSpPr>
          <p:spPr>
            <a:xfrm>
              <a:off x="671831" y="1824965"/>
              <a:ext cx="2255519" cy="3422896"/>
            </a:xfrm>
            <a:custGeom>
              <a:avLst/>
              <a:gdLst>
                <a:gd name="csX0" fmla="*/ 0 w 2255519"/>
                <a:gd name="csY0" fmla="*/ 0 h 3422896"/>
                <a:gd name="csX1" fmla="*/ 541325 w 2255519"/>
                <a:gd name="csY1" fmla="*/ 0 h 3422896"/>
                <a:gd name="csX2" fmla="*/ 1060094 w 2255519"/>
                <a:gd name="csY2" fmla="*/ 0 h 3422896"/>
                <a:gd name="csX3" fmla="*/ 1646529 w 2255519"/>
                <a:gd name="csY3" fmla="*/ 0 h 3422896"/>
                <a:gd name="csX4" fmla="*/ 2255519 w 2255519"/>
                <a:gd name="csY4" fmla="*/ 0 h 3422896"/>
                <a:gd name="csX5" fmla="*/ 2255519 w 2255519"/>
                <a:gd name="csY5" fmla="*/ 570483 h 3422896"/>
                <a:gd name="csX6" fmla="*/ 2255519 w 2255519"/>
                <a:gd name="csY6" fmla="*/ 1072507 h 3422896"/>
                <a:gd name="csX7" fmla="*/ 2255519 w 2255519"/>
                <a:gd name="csY7" fmla="*/ 1677219 h 3422896"/>
                <a:gd name="csX8" fmla="*/ 2255519 w 2255519"/>
                <a:gd name="csY8" fmla="*/ 2179244 h 3422896"/>
                <a:gd name="csX9" fmla="*/ 2255519 w 2255519"/>
                <a:gd name="csY9" fmla="*/ 2783955 h 3422896"/>
                <a:gd name="csX10" fmla="*/ 2255519 w 2255519"/>
                <a:gd name="csY10" fmla="*/ 3422896 h 3422896"/>
                <a:gd name="csX11" fmla="*/ 1669084 w 2255519"/>
                <a:gd name="csY11" fmla="*/ 3422896 h 3422896"/>
                <a:gd name="csX12" fmla="*/ 1082649 w 2255519"/>
                <a:gd name="csY12" fmla="*/ 3422896 h 3422896"/>
                <a:gd name="csX13" fmla="*/ 0 w 2255519"/>
                <a:gd name="csY13" fmla="*/ 3422896 h 3422896"/>
                <a:gd name="csX14" fmla="*/ 0 w 2255519"/>
                <a:gd name="csY14" fmla="*/ 2886642 h 3422896"/>
                <a:gd name="csX15" fmla="*/ 0 w 2255519"/>
                <a:gd name="csY15" fmla="*/ 2281931 h 3422896"/>
                <a:gd name="csX16" fmla="*/ 0 w 2255519"/>
                <a:gd name="csY16" fmla="*/ 1779906 h 3422896"/>
                <a:gd name="csX17" fmla="*/ 0 w 2255519"/>
                <a:gd name="csY17" fmla="*/ 1209423 h 3422896"/>
                <a:gd name="csX18" fmla="*/ 0 w 2255519"/>
                <a:gd name="csY18" fmla="*/ 604712 h 3422896"/>
                <a:gd name="csX19" fmla="*/ 0 w 2255519"/>
                <a:gd name="csY19" fmla="*/ 0 h 34228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255519" h="3422896" fill="none" extrusionOk="0">
                  <a:moveTo>
                    <a:pt x="0" y="0"/>
                  </a:moveTo>
                  <a:cubicBezTo>
                    <a:pt x="268375" y="-27421"/>
                    <a:pt x="407958" y="1687"/>
                    <a:pt x="541325" y="0"/>
                  </a:cubicBezTo>
                  <a:cubicBezTo>
                    <a:pt x="674693" y="-1687"/>
                    <a:pt x="803108" y="27919"/>
                    <a:pt x="1060094" y="0"/>
                  </a:cubicBezTo>
                  <a:cubicBezTo>
                    <a:pt x="1317080" y="-27919"/>
                    <a:pt x="1367936" y="22721"/>
                    <a:pt x="1646529" y="0"/>
                  </a:cubicBezTo>
                  <a:cubicBezTo>
                    <a:pt x="1925123" y="-22721"/>
                    <a:pt x="2024000" y="35830"/>
                    <a:pt x="2255519" y="0"/>
                  </a:cubicBezTo>
                  <a:cubicBezTo>
                    <a:pt x="2270583" y="191034"/>
                    <a:pt x="2209743" y="319491"/>
                    <a:pt x="2255519" y="570483"/>
                  </a:cubicBezTo>
                  <a:cubicBezTo>
                    <a:pt x="2301295" y="821475"/>
                    <a:pt x="2200430" y="878866"/>
                    <a:pt x="2255519" y="1072507"/>
                  </a:cubicBezTo>
                  <a:cubicBezTo>
                    <a:pt x="2310608" y="1266148"/>
                    <a:pt x="2236872" y="1453123"/>
                    <a:pt x="2255519" y="1677219"/>
                  </a:cubicBezTo>
                  <a:cubicBezTo>
                    <a:pt x="2274166" y="1901315"/>
                    <a:pt x="2210664" y="1951017"/>
                    <a:pt x="2255519" y="2179244"/>
                  </a:cubicBezTo>
                  <a:cubicBezTo>
                    <a:pt x="2300374" y="2407472"/>
                    <a:pt x="2252757" y="2550271"/>
                    <a:pt x="2255519" y="2783955"/>
                  </a:cubicBezTo>
                  <a:cubicBezTo>
                    <a:pt x="2258281" y="3017639"/>
                    <a:pt x="2206087" y="3249132"/>
                    <a:pt x="2255519" y="3422896"/>
                  </a:cubicBezTo>
                  <a:cubicBezTo>
                    <a:pt x="2004118" y="3423119"/>
                    <a:pt x="1961021" y="3421684"/>
                    <a:pt x="1669084" y="3422896"/>
                  </a:cubicBezTo>
                  <a:cubicBezTo>
                    <a:pt x="1377148" y="3424108"/>
                    <a:pt x="1212552" y="3359802"/>
                    <a:pt x="1082649" y="3422896"/>
                  </a:cubicBezTo>
                  <a:cubicBezTo>
                    <a:pt x="952746" y="3485990"/>
                    <a:pt x="501491" y="3366226"/>
                    <a:pt x="0" y="3422896"/>
                  </a:cubicBezTo>
                  <a:cubicBezTo>
                    <a:pt x="-39218" y="3295304"/>
                    <a:pt x="1627" y="3093632"/>
                    <a:pt x="0" y="2886642"/>
                  </a:cubicBezTo>
                  <a:cubicBezTo>
                    <a:pt x="-1627" y="2679652"/>
                    <a:pt x="34606" y="2422611"/>
                    <a:pt x="0" y="2281931"/>
                  </a:cubicBezTo>
                  <a:cubicBezTo>
                    <a:pt x="-34606" y="2141251"/>
                    <a:pt x="32455" y="1913402"/>
                    <a:pt x="0" y="1779906"/>
                  </a:cubicBezTo>
                  <a:cubicBezTo>
                    <a:pt x="-32455" y="1646411"/>
                    <a:pt x="24066" y="1479857"/>
                    <a:pt x="0" y="1209423"/>
                  </a:cubicBezTo>
                  <a:cubicBezTo>
                    <a:pt x="-24066" y="938989"/>
                    <a:pt x="47982" y="786982"/>
                    <a:pt x="0" y="604712"/>
                  </a:cubicBezTo>
                  <a:cubicBezTo>
                    <a:pt x="-47982" y="422442"/>
                    <a:pt x="11690" y="202459"/>
                    <a:pt x="0" y="0"/>
                  </a:cubicBezTo>
                  <a:close/>
                </a:path>
                <a:path w="2255519" h="3422896" stroke="0" extrusionOk="0">
                  <a:moveTo>
                    <a:pt x="0" y="0"/>
                  </a:moveTo>
                  <a:cubicBezTo>
                    <a:pt x="149235" y="-52366"/>
                    <a:pt x="315622" y="46721"/>
                    <a:pt x="541325" y="0"/>
                  </a:cubicBezTo>
                  <a:cubicBezTo>
                    <a:pt x="767028" y="-46721"/>
                    <a:pt x="902310" y="57228"/>
                    <a:pt x="1037539" y="0"/>
                  </a:cubicBezTo>
                  <a:cubicBezTo>
                    <a:pt x="1172768" y="-57228"/>
                    <a:pt x="1413590" y="11688"/>
                    <a:pt x="1646529" y="0"/>
                  </a:cubicBezTo>
                  <a:cubicBezTo>
                    <a:pt x="1879468" y="-11688"/>
                    <a:pt x="1993141" y="20308"/>
                    <a:pt x="2255519" y="0"/>
                  </a:cubicBezTo>
                  <a:cubicBezTo>
                    <a:pt x="2313045" y="236305"/>
                    <a:pt x="2247627" y="349599"/>
                    <a:pt x="2255519" y="536254"/>
                  </a:cubicBezTo>
                  <a:cubicBezTo>
                    <a:pt x="2263411" y="722909"/>
                    <a:pt x="2220332" y="869332"/>
                    <a:pt x="2255519" y="1038278"/>
                  </a:cubicBezTo>
                  <a:cubicBezTo>
                    <a:pt x="2290706" y="1207224"/>
                    <a:pt x="2244868" y="1339110"/>
                    <a:pt x="2255519" y="1608761"/>
                  </a:cubicBezTo>
                  <a:cubicBezTo>
                    <a:pt x="2266170" y="1878412"/>
                    <a:pt x="2198133" y="2024374"/>
                    <a:pt x="2255519" y="2179244"/>
                  </a:cubicBezTo>
                  <a:cubicBezTo>
                    <a:pt x="2312905" y="2334114"/>
                    <a:pt x="2238206" y="2578109"/>
                    <a:pt x="2255519" y="2681269"/>
                  </a:cubicBezTo>
                  <a:cubicBezTo>
                    <a:pt x="2272832" y="2784429"/>
                    <a:pt x="2201347" y="3195880"/>
                    <a:pt x="2255519" y="3422896"/>
                  </a:cubicBezTo>
                  <a:cubicBezTo>
                    <a:pt x="2059085" y="3454847"/>
                    <a:pt x="1950405" y="3401764"/>
                    <a:pt x="1691639" y="3422896"/>
                  </a:cubicBezTo>
                  <a:cubicBezTo>
                    <a:pt x="1432873" y="3444028"/>
                    <a:pt x="1283926" y="3362537"/>
                    <a:pt x="1150315" y="3422896"/>
                  </a:cubicBezTo>
                  <a:cubicBezTo>
                    <a:pt x="1016704" y="3483255"/>
                    <a:pt x="719909" y="3417964"/>
                    <a:pt x="541325" y="3422896"/>
                  </a:cubicBezTo>
                  <a:cubicBezTo>
                    <a:pt x="362741" y="3427828"/>
                    <a:pt x="179924" y="3397850"/>
                    <a:pt x="0" y="3422896"/>
                  </a:cubicBezTo>
                  <a:cubicBezTo>
                    <a:pt x="-9220" y="3192552"/>
                    <a:pt x="55660" y="3107121"/>
                    <a:pt x="0" y="2920871"/>
                  </a:cubicBezTo>
                  <a:cubicBezTo>
                    <a:pt x="-55660" y="2734622"/>
                    <a:pt x="18301" y="2628002"/>
                    <a:pt x="0" y="2350389"/>
                  </a:cubicBezTo>
                  <a:cubicBezTo>
                    <a:pt x="-18301" y="2072776"/>
                    <a:pt x="95" y="1955458"/>
                    <a:pt x="0" y="1814135"/>
                  </a:cubicBezTo>
                  <a:cubicBezTo>
                    <a:pt x="-95" y="1672812"/>
                    <a:pt x="55469" y="1448260"/>
                    <a:pt x="0" y="1346339"/>
                  </a:cubicBezTo>
                  <a:cubicBezTo>
                    <a:pt x="-55469" y="1244418"/>
                    <a:pt x="54781" y="1062291"/>
                    <a:pt x="0" y="844314"/>
                  </a:cubicBezTo>
                  <a:cubicBezTo>
                    <a:pt x="-54781" y="626338"/>
                    <a:pt x="75231" y="342507"/>
                    <a:pt x="0" y="0"/>
                  </a:cubicBezTo>
                  <a:close/>
                </a:path>
              </a:pathLst>
            </a:custGeom>
            <a:solidFill>
              <a:srgbClr val="FFE0E1"/>
            </a:solidFill>
            <a:ln w="38100">
              <a:solidFill>
                <a:schemeClr val="accent4">
                  <a:lumMod val="5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>
              <a:noAutofit/>
            </a:bodyPr>
            <a:lstStyle/>
            <a:p>
              <a:pPr algn="ctr"/>
              <a:endParaRPr lang="de-DE" sz="1600" noProof="0" dirty="0">
                <a:solidFill>
                  <a:srgbClr val="FFFFFF"/>
                </a:solidFill>
              </a:endParaRP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0EF9BCC-35B0-80AD-D309-9EC100079001}"/>
                </a:ext>
              </a:extLst>
            </p:cNvPr>
            <p:cNvSpPr txBox="1"/>
            <p:nvPr/>
          </p:nvSpPr>
          <p:spPr>
            <a:xfrm>
              <a:off x="933968" y="2830632"/>
              <a:ext cx="1731243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b="1" dirty="0"/>
                <a:t>Manual Process</a:t>
              </a:r>
            </a:p>
          </p:txBody>
        </p:sp>
        <p:pic>
          <p:nvPicPr>
            <p:cNvPr id="18" name="Grafik 17" descr="Unterschrift Silhouette">
              <a:extLst>
                <a:ext uri="{FF2B5EF4-FFF2-40B4-BE49-F238E27FC236}">
                  <a16:creationId xmlns:a16="http://schemas.microsoft.com/office/drawing/2014/main" id="{D022FB9C-A1C5-9C57-38AC-E9F5B06C7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43026" y="2033852"/>
              <a:ext cx="719555" cy="719555"/>
            </a:xfrm>
            <a:prstGeom prst="rect">
              <a:avLst/>
            </a:prstGeom>
          </p:spPr>
        </p:pic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C7F0B354-E6EB-0CB7-2927-1A5B7A2FEE71}"/>
                </a:ext>
              </a:extLst>
            </p:cNvPr>
            <p:cNvSpPr txBox="1"/>
            <p:nvPr/>
          </p:nvSpPr>
          <p:spPr>
            <a:xfrm>
              <a:off x="792481" y="3582265"/>
              <a:ext cx="225551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Manual steps:</a:t>
              </a:r>
            </a:p>
            <a:p>
              <a:r>
                <a:rPr lang="en-US" dirty="0"/>
                <a:t>• Test plans</a:t>
              </a:r>
            </a:p>
            <a:p>
              <a:r>
                <a:rPr lang="en-US" dirty="0"/>
                <a:t>• Result compilation</a:t>
              </a:r>
            </a:p>
            <a:p>
              <a:r>
                <a:rPr lang="en-US" dirty="0"/>
                <a:t>• Re‑typing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AE545C1-B6F7-2A0F-0C25-91AAE62D049C}"/>
              </a:ext>
            </a:extLst>
          </p:cNvPr>
          <p:cNvGrpSpPr/>
          <p:nvPr/>
        </p:nvGrpSpPr>
        <p:grpSpPr>
          <a:xfrm>
            <a:off x="5035840" y="1866462"/>
            <a:ext cx="2255519" cy="3422896"/>
            <a:chOff x="4674207" y="1819922"/>
            <a:chExt cx="2255519" cy="3422896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6054F353-8876-34F0-CC0A-08CB908136D1}"/>
                </a:ext>
              </a:extLst>
            </p:cNvPr>
            <p:cNvSpPr/>
            <p:nvPr/>
          </p:nvSpPr>
          <p:spPr>
            <a:xfrm>
              <a:off x="4674207" y="1819922"/>
              <a:ext cx="2255519" cy="3422896"/>
            </a:xfrm>
            <a:custGeom>
              <a:avLst/>
              <a:gdLst>
                <a:gd name="csX0" fmla="*/ 0 w 2255519"/>
                <a:gd name="csY0" fmla="*/ 0 h 3422896"/>
                <a:gd name="csX1" fmla="*/ 608990 w 2255519"/>
                <a:gd name="csY1" fmla="*/ 0 h 3422896"/>
                <a:gd name="csX2" fmla="*/ 1195425 w 2255519"/>
                <a:gd name="csY2" fmla="*/ 0 h 3422896"/>
                <a:gd name="csX3" fmla="*/ 1714194 w 2255519"/>
                <a:gd name="csY3" fmla="*/ 0 h 3422896"/>
                <a:gd name="csX4" fmla="*/ 2255519 w 2255519"/>
                <a:gd name="csY4" fmla="*/ 0 h 3422896"/>
                <a:gd name="csX5" fmla="*/ 2255519 w 2255519"/>
                <a:gd name="csY5" fmla="*/ 536254 h 3422896"/>
                <a:gd name="csX6" fmla="*/ 2255519 w 2255519"/>
                <a:gd name="csY6" fmla="*/ 1175194 h 3422896"/>
                <a:gd name="csX7" fmla="*/ 2255519 w 2255519"/>
                <a:gd name="csY7" fmla="*/ 1814135 h 3422896"/>
                <a:gd name="csX8" fmla="*/ 2255519 w 2255519"/>
                <a:gd name="csY8" fmla="*/ 2316160 h 3422896"/>
                <a:gd name="csX9" fmla="*/ 2255519 w 2255519"/>
                <a:gd name="csY9" fmla="*/ 3422896 h 3422896"/>
                <a:gd name="csX10" fmla="*/ 1714194 w 2255519"/>
                <a:gd name="csY10" fmla="*/ 3422896 h 3422896"/>
                <a:gd name="csX11" fmla="*/ 1127760 w 2255519"/>
                <a:gd name="csY11" fmla="*/ 3422896 h 3422896"/>
                <a:gd name="csX12" fmla="*/ 518769 w 2255519"/>
                <a:gd name="csY12" fmla="*/ 3422896 h 3422896"/>
                <a:gd name="csX13" fmla="*/ 0 w 2255519"/>
                <a:gd name="csY13" fmla="*/ 3422896 h 3422896"/>
                <a:gd name="csX14" fmla="*/ 0 w 2255519"/>
                <a:gd name="csY14" fmla="*/ 2783955 h 3422896"/>
                <a:gd name="csX15" fmla="*/ 0 w 2255519"/>
                <a:gd name="csY15" fmla="*/ 2247702 h 3422896"/>
                <a:gd name="csX16" fmla="*/ 0 w 2255519"/>
                <a:gd name="csY16" fmla="*/ 1779906 h 3422896"/>
                <a:gd name="csX17" fmla="*/ 0 w 2255519"/>
                <a:gd name="csY17" fmla="*/ 1175194 h 3422896"/>
                <a:gd name="csX18" fmla="*/ 0 w 2255519"/>
                <a:gd name="csY18" fmla="*/ 707399 h 3422896"/>
                <a:gd name="csX19" fmla="*/ 0 w 2255519"/>
                <a:gd name="csY19" fmla="*/ 0 h 34228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255519" h="3422896" fill="none" extrusionOk="0">
                  <a:moveTo>
                    <a:pt x="0" y="0"/>
                  </a:moveTo>
                  <a:cubicBezTo>
                    <a:pt x="229347" y="-59570"/>
                    <a:pt x="328225" y="11052"/>
                    <a:pt x="608990" y="0"/>
                  </a:cubicBezTo>
                  <a:cubicBezTo>
                    <a:pt x="889755" y="-11052"/>
                    <a:pt x="925706" y="21188"/>
                    <a:pt x="1195425" y="0"/>
                  </a:cubicBezTo>
                  <a:cubicBezTo>
                    <a:pt x="1465145" y="-21188"/>
                    <a:pt x="1589212" y="42914"/>
                    <a:pt x="1714194" y="0"/>
                  </a:cubicBezTo>
                  <a:cubicBezTo>
                    <a:pt x="1839176" y="-42914"/>
                    <a:pt x="2059281" y="52666"/>
                    <a:pt x="2255519" y="0"/>
                  </a:cubicBezTo>
                  <a:cubicBezTo>
                    <a:pt x="2273965" y="247618"/>
                    <a:pt x="2238906" y="310508"/>
                    <a:pt x="2255519" y="536254"/>
                  </a:cubicBezTo>
                  <a:cubicBezTo>
                    <a:pt x="2272132" y="762000"/>
                    <a:pt x="2194620" y="1035309"/>
                    <a:pt x="2255519" y="1175194"/>
                  </a:cubicBezTo>
                  <a:cubicBezTo>
                    <a:pt x="2316418" y="1315079"/>
                    <a:pt x="2244311" y="1636816"/>
                    <a:pt x="2255519" y="1814135"/>
                  </a:cubicBezTo>
                  <a:cubicBezTo>
                    <a:pt x="2266727" y="1991454"/>
                    <a:pt x="2202751" y="2202581"/>
                    <a:pt x="2255519" y="2316160"/>
                  </a:cubicBezTo>
                  <a:cubicBezTo>
                    <a:pt x="2308287" y="2429740"/>
                    <a:pt x="2155976" y="3020112"/>
                    <a:pt x="2255519" y="3422896"/>
                  </a:cubicBezTo>
                  <a:cubicBezTo>
                    <a:pt x="2130255" y="3450682"/>
                    <a:pt x="1867674" y="3412005"/>
                    <a:pt x="1714194" y="3422896"/>
                  </a:cubicBezTo>
                  <a:cubicBezTo>
                    <a:pt x="1560714" y="3433787"/>
                    <a:pt x="1380076" y="3394891"/>
                    <a:pt x="1127760" y="3422896"/>
                  </a:cubicBezTo>
                  <a:cubicBezTo>
                    <a:pt x="875444" y="3450901"/>
                    <a:pt x="660868" y="3422653"/>
                    <a:pt x="518769" y="3422896"/>
                  </a:cubicBezTo>
                  <a:cubicBezTo>
                    <a:pt x="376670" y="3423139"/>
                    <a:pt x="146629" y="3400265"/>
                    <a:pt x="0" y="3422896"/>
                  </a:cubicBezTo>
                  <a:cubicBezTo>
                    <a:pt x="-19265" y="3219571"/>
                    <a:pt x="42267" y="3070496"/>
                    <a:pt x="0" y="2783955"/>
                  </a:cubicBezTo>
                  <a:cubicBezTo>
                    <a:pt x="-42267" y="2497414"/>
                    <a:pt x="47515" y="2443381"/>
                    <a:pt x="0" y="2247702"/>
                  </a:cubicBezTo>
                  <a:cubicBezTo>
                    <a:pt x="-47515" y="2052023"/>
                    <a:pt x="17366" y="1899749"/>
                    <a:pt x="0" y="1779906"/>
                  </a:cubicBezTo>
                  <a:cubicBezTo>
                    <a:pt x="-17366" y="1660063"/>
                    <a:pt x="5031" y="1353496"/>
                    <a:pt x="0" y="1175194"/>
                  </a:cubicBezTo>
                  <a:cubicBezTo>
                    <a:pt x="-5031" y="996892"/>
                    <a:pt x="13525" y="937771"/>
                    <a:pt x="0" y="707399"/>
                  </a:cubicBezTo>
                  <a:cubicBezTo>
                    <a:pt x="-13525" y="477027"/>
                    <a:pt x="56528" y="173876"/>
                    <a:pt x="0" y="0"/>
                  </a:cubicBezTo>
                  <a:close/>
                </a:path>
                <a:path w="2255519" h="3422896" stroke="0" extrusionOk="0">
                  <a:moveTo>
                    <a:pt x="0" y="0"/>
                  </a:moveTo>
                  <a:cubicBezTo>
                    <a:pt x="142942" y="-66596"/>
                    <a:pt x="442713" y="29220"/>
                    <a:pt x="586435" y="0"/>
                  </a:cubicBezTo>
                  <a:cubicBezTo>
                    <a:pt x="730157" y="-29220"/>
                    <a:pt x="986530" y="60866"/>
                    <a:pt x="1127760" y="0"/>
                  </a:cubicBezTo>
                  <a:cubicBezTo>
                    <a:pt x="1268991" y="-60866"/>
                    <a:pt x="1489796" y="27701"/>
                    <a:pt x="1691639" y="0"/>
                  </a:cubicBezTo>
                  <a:cubicBezTo>
                    <a:pt x="1893482" y="-27701"/>
                    <a:pt x="2109692" y="2367"/>
                    <a:pt x="2255519" y="0"/>
                  </a:cubicBezTo>
                  <a:cubicBezTo>
                    <a:pt x="2301947" y="256728"/>
                    <a:pt x="2213499" y="421845"/>
                    <a:pt x="2255519" y="570483"/>
                  </a:cubicBezTo>
                  <a:cubicBezTo>
                    <a:pt x="2297539" y="719121"/>
                    <a:pt x="2192468" y="988750"/>
                    <a:pt x="2255519" y="1209423"/>
                  </a:cubicBezTo>
                  <a:cubicBezTo>
                    <a:pt x="2318570" y="1430096"/>
                    <a:pt x="2195547" y="1641595"/>
                    <a:pt x="2255519" y="1779906"/>
                  </a:cubicBezTo>
                  <a:cubicBezTo>
                    <a:pt x="2315491" y="1918217"/>
                    <a:pt x="2239902" y="2162016"/>
                    <a:pt x="2255519" y="2281931"/>
                  </a:cubicBezTo>
                  <a:cubicBezTo>
                    <a:pt x="2271136" y="2401846"/>
                    <a:pt x="2210359" y="2702239"/>
                    <a:pt x="2255519" y="2818184"/>
                  </a:cubicBezTo>
                  <a:cubicBezTo>
                    <a:pt x="2300679" y="2934129"/>
                    <a:pt x="2204146" y="3182420"/>
                    <a:pt x="2255519" y="3422896"/>
                  </a:cubicBezTo>
                  <a:cubicBezTo>
                    <a:pt x="2047446" y="3455090"/>
                    <a:pt x="1887929" y="3366553"/>
                    <a:pt x="1669084" y="3422896"/>
                  </a:cubicBezTo>
                  <a:cubicBezTo>
                    <a:pt x="1450239" y="3479239"/>
                    <a:pt x="1334104" y="3407770"/>
                    <a:pt x="1127760" y="3422896"/>
                  </a:cubicBezTo>
                  <a:cubicBezTo>
                    <a:pt x="921416" y="3438022"/>
                    <a:pt x="783036" y="3374212"/>
                    <a:pt x="518769" y="3422896"/>
                  </a:cubicBezTo>
                  <a:cubicBezTo>
                    <a:pt x="254502" y="3471580"/>
                    <a:pt x="123371" y="3407742"/>
                    <a:pt x="0" y="3422896"/>
                  </a:cubicBezTo>
                  <a:cubicBezTo>
                    <a:pt x="-43335" y="3311907"/>
                    <a:pt x="22194" y="3055899"/>
                    <a:pt x="0" y="2886642"/>
                  </a:cubicBezTo>
                  <a:cubicBezTo>
                    <a:pt x="-22194" y="2717385"/>
                    <a:pt x="10555" y="2620491"/>
                    <a:pt x="0" y="2418847"/>
                  </a:cubicBezTo>
                  <a:cubicBezTo>
                    <a:pt x="-10555" y="2217204"/>
                    <a:pt x="20758" y="2171673"/>
                    <a:pt x="0" y="1951051"/>
                  </a:cubicBezTo>
                  <a:cubicBezTo>
                    <a:pt x="-20758" y="1730429"/>
                    <a:pt x="59292" y="1646011"/>
                    <a:pt x="0" y="1449026"/>
                  </a:cubicBezTo>
                  <a:cubicBezTo>
                    <a:pt x="-59292" y="1252041"/>
                    <a:pt x="5291" y="1057803"/>
                    <a:pt x="0" y="947001"/>
                  </a:cubicBezTo>
                  <a:cubicBezTo>
                    <a:pt x="-5291" y="836200"/>
                    <a:pt x="10397" y="379672"/>
                    <a:pt x="0" y="0"/>
                  </a:cubicBezTo>
                  <a:close/>
                </a:path>
              </a:pathLst>
            </a:custGeom>
            <a:solidFill>
              <a:srgbClr val="FFE0E1"/>
            </a:solidFill>
            <a:ln w="38100">
              <a:solidFill>
                <a:schemeClr val="accent4">
                  <a:lumMod val="5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51298046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>
              <a:noAutofit/>
            </a:bodyPr>
            <a:lstStyle/>
            <a:p>
              <a:pPr algn="ctr"/>
              <a:endParaRPr lang="de-DE" sz="1600" noProof="0" dirty="0">
                <a:solidFill>
                  <a:srgbClr val="FFFFFF"/>
                </a:solidFill>
              </a:endParaRP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D4FCA0B6-5789-2A4B-D7DD-B69ED93E3AD3}"/>
                </a:ext>
              </a:extLst>
            </p:cNvPr>
            <p:cNvSpPr txBox="1"/>
            <p:nvPr/>
          </p:nvSpPr>
          <p:spPr>
            <a:xfrm>
              <a:off x="4717739" y="2829143"/>
              <a:ext cx="211275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b="1" dirty="0"/>
                <a:t>Coordination Effort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21E11D22-7CF3-BD2E-A5FC-115F1F1344BB}"/>
                </a:ext>
              </a:extLst>
            </p:cNvPr>
            <p:cNvSpPr txBox="1"/>
            <p:nvPr/>
          </p:nvSpPr>
          <p:spPr>
            <a:xfrm>
              <a:off x="4942346" y="3582265"/>
              <a:ext cx="1604228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Partners:</a:t>
              </a:r>
            </a:p>
            <a:p>
              <a:r>
                <a:rPr lang="en-US" dirty="0"/>
                <a:t>• Suppliers</a:t>
              </a:r>
            </a:p>
            <a:p>
              <a:r>
                <a:rPr lang="en-US" dirty="0"/>
                <a:t>• Laboratory</a:t>
              </a:r>
            </a:p>
            <a:p>
              <a:r>
                <a:rPr lang="en-US" dirty="0"/>
                <a:t>• OEM</a:t>
              </a:r>
            </a:p>
          </p:txBody>
        </p:sp>
        <p:pic>
          <p:nvPicPr>
            <p:cNvPr id="28" name="Grafik 27" descr="Prost Silhouette">
              <a:extLst>
                <a:ext uri="{FF2B5EF4-FFF2-40B4-BE49-F238E27FC236}">
                  <a16:creationId xmlns:a16="http://schemas.microsoft.com/office/drawing/2014/main" id="{3BE9B505-8A80-FBB4-A15C-CD3E6FE99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364578" y="1990036"/>
              <a:ext cx="791647" cy="791647"/>
            </a:xfrm>
            <a:prstGeom prst="rect">
              <a:avLst/>
            </a:prstGeom>
          </p:spPr>
        </p:pic>
      </p:grpSp>
      <p:sp>
        <p:nvSpPr>
          <p:cNvPr id="36" name="Textfeld 35">
            <a:extLst>
              <a:ext uri="{FF2B5EF4-FFF2-40B4-BE49-F238E27FC236}">
                <a16:creationId xmlns:a16="http://schemas.microsoft.com/office/drawing/2014/main" id="{F669EA2A-502E-B776-ECB3-E20B6F9490B9}"/>
              </a:ext>
            </a:extLst>
          </p:cNvPr>
          <p:cNvSpPr txBox="1"/>
          <p:nvPr/>
        </p:nvSpPr>
        <p:spPr>
          <a:xfrm>
            <a:off x="3152429" y="5601764"/>
            <a:ext cx="6122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No standardized, machine‑readable data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6AB2DE88-B52C-BED8-67ED-7D8A4FD3792B}"/>
              </a:ext>
            </a:extLst>
          </p:cNvPr>
          <p:cNvGrpSpPr/>
          <p:nvPr/>
        </p:nvGrpSpPr>
        <p:grpSpPr>
          <a:xfrm>
            <a:off x="8593455" y="1824965"/>
            <a:ext cx="2255519" cy="3422896"/>
            <a:chOff x="8593455" y="1824965"/>
            <a:chExt cx="2255519" cy="3422896"/>
          </a:xfrm>
        </p:grpSpPr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3DBAF9E4-ADD0-23E0-F697-F45CC2519EAE}"/>
                </a:ext>
              </a:extLst>
            </p:cNvPr>
            <p:cNvSpPr/>
            <p:nvPr/>
          </p:nvSpPr>
          <p:spPr>
            <a:xfrm>
              <a:off x="8593455" y="1824965"/>
              <a:ext cx="2255519" cy="3422896"/>
            </a:xfrm>
            <a:custGeom>
              <a:avLst/>
              <a:gdLst>
                <a:gd name="csX0" fmla="*/ 0 w 2255519"/>
                <a:gd name="csY0" fmla="*/ 0 h 3422896"/>
                <a:gd name="csX1" fmla="*/ 563880 w 2255519"/>
                <a:gd name="csY1" fmla="*/ 0 h 3422896"/>
                <a:gd name="csX2" fmla="*/ 1150315 w 2255519"/>
                <a:gd name="csY2" fmla="*/ 0 h 3422896"/>
                <a:gd name="csX3" fmla="*/ 1646529 w 2255519"/>
                <a:gd name="csY3" fmla="*/ 0 h 3422896"/>
                <a:gd name="csX4" fmla="*/ 2255519 w 2255519"/>
                <a:gd name="csY4" fmla="*/ 0 h 3422896"/>
                <a:gd name="csX5" fmla="*/ 2255519 w 2255519"/>
                <a:gd name="csY5" fmla="*/ 638941 h 3422896"/>
                <a:gd name="csX6" fmla="*/ 2255519 w 2255519"/>
                <a:gd name="csY6" fmla="*/ 1277881 h 3422896"/>
                <a:gd name="csX7" fmla="*/ 2255519 w 2255519"/>
                <a:gd name="csY7" fmla="*/ 1779906 h 3422896"/>
                <a:gd name="csX8" fmla="*/ 2255519 w 2255519"/>
                <a:gd name="csY8" fmla="*/ 2247702 h 3422896"/>
                <a:gd name="csX9" fmla="*/ 2255519 w 2255519"/>
                <a:gd name="csY9" fmla="*/ 2783955 h 3422896"/>
                <a:gd name="csX10" fmla="*/ 2255519 w 2255519"/>
                <a:gd name="csY10" fmla="*/ 3422896 h 3422896"/>
                <a:gd name="csX11" fmla="*/ 1669084 w 2255519"/>
                <a:gd name="csY11" fmla="*/ 3422896 h 3422896"/>
                <a:gd name="csX12" fmla="*/ 1105204 w 2255519"/>
                <a:gd name="csY12" fmla="*/ 3422896 h 3422896"/>
                <a:gd name="csX13" fmla="*/ 563880 w 2255519"/>
                <a:gd name="csY13" fmla="*/ 3422896 h 3422896"/>
                <a:gd name="csX14" fmla="*/ 0 w 2255519"/>
                <a:gd name="csY14" fmla="*/ 3422896 h 3422896"/>
                <a:gd name="csX15" fmla="*/ 0 w 2255519"/>
                <a:gd name="csY15" fmla="*/ 2920871 h 3422896"/>
                <a:gd name="csX16" fmla="*/ 0 w 2255519"/>
                <a:gd name="csY16" fmla="*/ 2316160 h 3422896"/>
                <a:gd name="csX17" fmla="*/ 0 w 2255519"/>
                <a:gd name="csY17" fmla="*/ 1745677 h 3422896"/>
                <a:gd name="csX18" fmla="*/ 0 w 2255519"/>
                <a:gd name="csY18" fmla="*/ 1175194 h 3422896"/>
                <a:gd name="csX19" fmla="*/ 0 w 2255519"/>
                <a:gd name="csY19" fmla="*/ 604712 h 3422896"/>
                <a:gd name="csX20" fmla="*/ 0 w 2255519"/>
                <a:gd name="csY20" fmla="*/ 0 h 34228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255519" h="3422896" fill="none" extrusionOk="0">
                  <a:moveTo>
                    <a:pt x="0" y="0"/>
                  </a:moveTo>
                  <a:cubicBezTo>
                    <a:pt x="119346" y="-66079"/>
                    <a:pt x="303290" y="12712"/>
                    <a:pt x="563880" y="0"/>
                  </a:cubicBezTo>
                  <a:cubicBezTo>
                    <a:pt x="824470" y="-12712"/>
                    <a:pt x="1017189" y="32266"/>
                    <a:pt x="1150315" y="0"/>
                  </a:cubicBezTo>
                  <a:cubicBezTo>
                    <a:pt x="1283442" y="-32266"/>
                    <a:pt x="1515685" y="31626"/>
                    <a:pt x="1646529" y="0"/>
                  </a:cubicBezTo>
                  <a:cubicBezTo>
                    <a:pt x="1777373" y="-31626"/>
                    <a:pt x="1954235" y="19330"/>
                    <a:pt x="2255519" y="0"/>
                  </a:cubicBezTo>
                  <a:cubicBezTo>
                    <a:pt x="2299623" y="289567"/>
                    <a:pt x="2229204" y="319895"/>
                    <a:pt x="2255519" y="638941"/>
                  </a:cubicBezTo>
                  <a:cubicBezTo>
                    <a:pt x="2281834" y="957987"/>
                    <a:pt x="2244547" y="970100"/>
                    <a:pt x="2255519" y="1277881"/>
                  </a:cubicBezTo>
                  <a:cubicBezTo>
                    <a:pt x="2266491" y="1585662"/>
                    <a:pt x="2245854" y="1533584"/>
                    <a:pt x="2255519" y="1779906"/>
                  </a:cubicBezTo>
                  <a:cubicBezTo>
                    <a:pt x="2265184" y="2026228"/>
                    <a:pt x="2221322" y="2063337"/>
                    <a:pt x="2255519" y="2247702"/>
                  </a:cubicBezTo>
                  <a:cubicBezTo>
                    <a:pt x="2289716" y="2432067"/>
                    <a:pt x="2240075" y="2542221"/>
                    <a:pt x="2255519" y="2783955"/>
                  </a:cubicBezTo>
                  <a:cubicBezTo>
                    <a:pt x="2270963" y="3025689"/>
                    <a:pt x="2238015" y="3140691"/>
                    <a:pt x="2255519" y="3422896"/>
                  </a:cubicBezTo>
                  <a:cubicBezTo>
                    <a:pt x="2057683" y="3434461"/>
                    <a:pt x="1875756" y="3416691"/>
                    <a:pt x="1669084" y="3422896"/>
                  </a:cubicBezTo>
                  <a:cubicBezTo>
                    <a:pt x="1462412" y="3429101"/>
                    <a:pt x="1351132" y="3392753"/>
                    <a:pt x="1105204" y="3422896"/>
                  </a:cubicBezTo>
                  <a:cubicBezTo>
                    <a:pt x="859276" y="3453039"/>
                    <a:pt x="707411" y="3365975"/>
                    <a:pt x="563880" y="3422896"/>
                  </a:cubicBezTo>
                  <a:cubicBezTo>
                    <a:pt x="420349" y="3479817"/>
                    <a:pt x="144438" y="3382224"/>
                    <a:pt x="0" y="3422896"/>
                  </a:cubicBezTo>
                  <a:cubicBezTo>
                    <a:pt x="-35901" y="3230318"/>
                    <a:pt x="294" y="3070215"/>
                    <a:pt x="0" y="2920871"/>
                  </a:cubicBezTo>
                  <a:cubicBezTo>
                    <a:pt x="-294" y="2771528"/>
                    <a:pt x="33088" y="2456076"/>
                    <a:pt x="0" y="2316160"/>
                  </a:cubicBezTo>
                  <a:cubicBezTo>
                    <a:pt x="-33088" y="2176244"/>
                    <a:pt x="36459" y="1917539"/>
                    <a:pt x="0" y="1745677"/>
                  </a:cubicBezTo>
                  <a:cubicBezTo>
                    <a:pt x="-36459" y="1573815"/>
                    <a:pt x="60415" y="1330015"/>
                    <a:pt x="0" y="1175194"/>
                  </a:cubicBezTo>
                  <a:cubicBezTo>
                    <a:pt x="-60415" y="1020373"/>
                    <a:pt x="52358" y="862723"/>
                    <a:pt x="0" y="604712"/>
                  </a:cubicBezTo>
                  <a:cubicBezTo>
                    <a:pt x="-52358" y="346701"/>
                    <a:pt x="38369" y="152753"/>
                    <a:pt x="0" y="0"/>
                  </a:cubicBezTo>
                  <a:close/>
                </a:path>
                <a:path w="2255519" h="3422896" stroke="0" extrusionOk="0">
                  <a:moveTo>
                    <a:pt x="0" y="0"/>
                  </a:moveTo>
                  <a:cubicBezTo>
                    <a:pt x="229318" y="-49970"/>
                    <a:pt x="393286" y="14404"/>
                    <a:pt x="518769" y="0"/>
                  </a:cubicBezTo>
                  <a:cubicBezTo>
                    <a:pt x="644252" y="-14404"/>
                    <a:pt x="870162" y="37378"/>
                    <a:pt x="1105204" y="0"/>
                  </a:cubicBezTo>
                  <a:cubicBezTo>
                    <a:pt x="1340247" y="-37378"/>
                    <a:pt x="1452633" y="43994"/>
                    <a:pt x="1623974" y="0"/>
                  </a:cubicBezTo>
                  <a:cubicBezTo>
                    <a:pt x="1795315" y="-43994"/>
                    <a:pt x="2027603" y="9237"/>
                    <a:pt x="2255519" y="0"/>
                  </a:cubicBezTo>
                  <a:cubicBezTo>
                    <a:pt x="2314938" y="164412"/>
                    <a:pt x="2216967" y="408806"/>
                    <a:pt x="2255519" y="638941"/>
                  </a:cubicBezTo>
                  <a:cubicBezTo>
                    <a:pt x="2294071" y="869076"/>
                    <a:pt x="2210238" y="927731"/>
                    <a:pt x="2255519" y="1106736"/>
                  </a:cubicBezTo>
                  <a:cubicBezTo>
                    <a:pt x="2300800" y="1285742"/>
                    <a:pt x="2227543" y="1395139"/>
                    <a:pt x="2255519" y="1677219"/>
                  </a:cubicBezTo>
                  <a:cubicBezTo>
                    <a:pt x="2283495" y="1959299"/>
                    <a:pt x="2202225" y="2026317"/>
                    <a:pt x="2255519" y="2179244"/>
                  </a:cubicBezTo>
                  <a:cubicBezTo>
                    <a:pt x="2308813" y="2332172"/>
                    <a:pt x="2200616" y="2427454"/>
                    <a:pt x="2255519" y="2647040"/>
                  </a:cubicBezTo>
                  <a:cubicBezTo>
                    <a:pt x="2310422" y="2866626"/>
                    <a:pt x="2213538" y="3177383"/>
                    <a:pt x="2255519" y="3422896"/>
                  </a:cubicBezTo>
                  <a:cubicBezTo>
                    <a:pt x="2144129" y="3458251"/>
                    <a:pt x="1907403" y="3380027"/>
                    <a:pt x="1759305" y="3422896"/>
                  </a:cubicBezTo>
                  <a:cubicBezTo>
                    <a:pt x="1611207" y="3465765"/>
                    <a:pt x="1434078" y="3387462"/>
                    <a:pt x="1172870" y="3422896"/>
                  </a:cubicBezTo>
                  <a:cubicBezTo>
                    <a:pt x="911662" y="3458330"/>
                    <a:pt x="838358" y="3389275"/>
                    <a:pt x="608990" y="3422896"/>
                  </a:cubicBezTo>
                  <a:cubicBezTo>
                    <a:pt x="379622" y="3456517"/>
                    <a:pt x="258949" y="3413042"/>
                    <a:pt x="0" y="3422896"/>
                  </a:cubicBezTo>
                  <a:cubicBezTo>
                    <a:pt x="-32936" y="3139822"/>
                    <a:pt x="44012" y="3064497"/>
                    <a:pt x="0" y="2783955"/>
                  </a:cubicBezTo>
                  <a:cubicBezTo>
                    <a:pt x="-44012" y="2503413"/>
                    <a:pt x="36147" y="2490282"/>
                    <a:pt x="0" y="2247702"/>
                  </a:cubicBezTo>
                  <a:cubicBezTo>
                    <a:pt x="-36147" y="2005122"/>
                    <a:pt x="53535" y="1891783"/>
                    <a:pt x="0" y="1711448"/>
                  </a:cubicBezTo>
                  <a:cubicBezTo>
                    <a:pt x="-53535" y="1531113"/>
                    <a:pt x="41755" y="1349005"/>
                    <a:pt x="0" y="1106736"/>
                  </a:cubicBezTo>
                  <a:cubicBezTo>
                    <a:pt x="-41755" y="864467"/>
                    <a:pt x="20470" y="664411"/>
                    <a:pt x="0" y="536254"/>
                  </a:cubicBezTo>
                  <a:cubicBezTo>
                    <a:pt x="-20470" y="408097"/>
                    <a:pt x="9378" y="256143"/>
                    <a:pt x="0" y="0"/>
                  </a:cubicBezTo>
                  <a:close/>
                </a:path>
              </a:pathLst>
            </a:custGeom>
            <a:solidFill>
              <a:srgbClr val="FFE0E1"/>
            </a:solidFill>
            <a:ln w="38100">
              <a:solidFill>
                <a:schemeClr val="accent4">
                  <a:lumMod val="5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10242015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>
              <a:noAutofit/>
            </a:bodyPr>
            <a:lstStyle/>
            <a:p>
              <a:pPr algn="ctr"/>
              <a:endParaRPr lang="de-DE" sz="1600" noProof="0" dirty="0">
                <a:solidFill>
                  <a:srgbClr val="FFFFFF"/>
                </a:solidFill>
              </a:endParaRP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15130A3A-E82F-A56A-D713-AD8D04522A33}"/>
                </a:ext>
              </a:extLst>
            </p:cNvPr>
            <p:cNvSpPr txBox="1"/>
            <p:nvPr/>
          </p:nvSpPr>
          <p:spPr>
            <a:xfrm>
              <a:off x="8981933" y="2820936"/>
              <a:ext cx="1405834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b="1" dirty="0"/>
                <a:t>Quality Risks</a:t>
              </a: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E687A5B-03A0-B77E-DF12-1140305C098F}"/>
                </a:ext>
              </a:extLst>
            </p:cNvPr>
            <p:cNvSpPr txBox="1"/>
            <p:nvPr/>
          </p:nvSpPr>
          <p:spPr>
            <a:xfrm>
              <a:off x="8807429" y="3582265"/>
              <a:ext cx="1802296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Inconsistency:</a:t>
              </a:r>
            </a:p>
            <a:p>
              <a:r>
                <a:rPr lang="en-US" dirty="0"/>
                <a:t>• Interpretation</a:t>
              </a:r>
            </a:p>
            <a:p>
              <a:r>
                <a:rPr lang="en-US" dirty="0"/>
                <a:t>• Errors</a:t>
              </a:r>
            </a:p>
            <a:p>
              <a:r>
                <a:rPr lang="en-US" dirty="0"/>
                <a:t>• Rework</a:t>
              </a:r>
            </a:p>
          </p:txBody>
        </p:sp>
        <p:pic>
          <p:nvPicPr>
            <p:cNvPr id="38" name="Grafik 37" descr="Radioaktiv Silhouette">
              <a:extLst>
                <a:ext uri="{FF2B5EF4-FFF2-40B4-BE49-F238E27FC236}">
                  <a16:creationId xmlns:a16="http://schemas.microsoft.com/office/drawing/2014/main" id="{90E6B97C-3596-0379-E267-C22941F78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27650" y="1936429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4494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AD17BFB-D5BB-6E2B-2134-5A06D7A5E6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9475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AD17BFB-D5BB-6E2B-2134-5A06D7A5E6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6BD39D3D-92E0-AA64-CF81-9637C8AE4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The Missing Link: Standardization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83D745F-1137-4B07-3771-6036F3FFF1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VDA 231‑300 &amp; VDA 231‑301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795B817-23F0-8BA1-3DF4-68871920A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Standardization VDA 231-300/301</a:t>
            </a:r>
          </a:p>
          <a:p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AB9321-1891-657D-F829-E98EBBB08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VDA AK Elastomere / 2026-04-17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21DE14-6AB8-3965-B731-AEC1E559E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— </a:t>
            </a:r>
            <a:fld id="{BD52C9B0-35E5-4ABC-AA33-9A25A455E70C}" type="slidenum">
              <a:rPr lang="en-US" noProof="0" smtClean="0"/>
              <a:pPr/>
              <a:t>3</a:t>
            </a:fld>
            <a:r>
              <a:rPr lang="de-de" noProof="0"/>
              <a:t> —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F714E4B-F989-0A38-ACB8-231584B1FFA7}"/>
              </a:ext>
            </a:extLst>
          </p:cNvPr>
          <p:cNvSpPr/>
          <p:nvPr/>
        </p:nvSpPr>
        <p:spPr>
          <a:xfrm>
            <a:off x="1241674" y="1824965"/>
            <a:ext cx="2255519" cy="34228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algn="ctr"/>
            <a:endParaRPr lang="de-DE" sz="1600" noProof="0" dirty="0">
              <a:solidFill>
                <a:srgbClr val="FFFFFF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6A93D8E-D92A-5D9D-4F4F-214A5F3B6F2B}"/>
              </a:ext>
            </a:extLst>
          </p:cNvPr>
          <p:cNvSpPr txBox="1"/>
          <p:nvPr/>
        </p:nvSpPr>
        <p:spPr>
          <a:xfrm>
            <a:off x="1353129" y="2917500"/>
            <a:ext cx="203260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/>
              <a:t>Material Definition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22BC583-F2CC-F756-ABD8-7151FC6BE81F}"/>
              </a:ext>
            </a:extLst>
          </p:cNvPr>
          <p:cNvSpPr txBox="1"/>
          <p:nvPr/>
        </p:nvSpPr>
        <p:spPr>
          <a:xfrm>
            <a:off x="1362324" y="3582265"/>
            <a:ext cx="21348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Material Definition: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VDA 231‑300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3D Data Record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JT / ISO 14306</a:t>
            </a:r>
            <a:endParaRPr lang="en-US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64F0EB1-4060-2B98-30E1-C17D360801C3}"/>
              </a:ext>
            </a:extLst>
          </p:cNvPr>
          <p:cNvSpPr/>
          <p:nvPr/>
        </p:nvSpPr>
        <p:spPr>
          <a:xfrm>
            <a:off x="4897685" y="1797929"/>
            <a:ext cx="2255519" cy="34228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algn="ctr"/>
            <a:endParaRPr lang="de-DE" sz="1600" noProof="0" dirty="0">
              <a:solidFill>
                <a:srgbClr val="FFFFFF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B43F638-8235-A572-52C5-2A0AFF4D2A9F}"/>
              </a:ext>
            </a:extLst>
          </p:cNvPr>
          <p:cNvSpPr txBox="1"/>
          <p:nvPr/>
        </p:nvSpPr>
        <p:spPr>
          <a:xfrm>
            <a:off x="4969065" y="2916011"/>
            <a:ext cx="210314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/>
              <a:t>Digital Test Results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E0ED5DC-2E34-C72D-D7D2-F930663A7B7B}"/>
              </a:ext>
            </a:extLst>
          </p:cNvPr>
          <p:cNvSpPr txBox="1"/>
          <p:nvPr/>
        </p:nvSpPr>
        <p:spPr>
          <a:xfrm>
            <a:off x="5207388" y="3582265"/>
            <a:ext cx="16042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 Model:</a:t>
            </a:r>
          </a:p>
          <a:p>
            <a:r>
              <a:rPr lang="en-US" dirty="0"/>
              <a:t>VDA 231‑301</a:t>
            </a:r>
          </a:p>
          <a:p>
            <a:r>
              <a:rPr lang="en-US" dirty="0"/>
              <a:t>JSON Schema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AEE8B58-9C64-5A6A-2750-6624809F783E}"/>
              </a:ext>
            </a:extLst>
          </p:cNvPr>
          <p:cNvSpPr/>
          <p:nvPr/>
        </p:nvSpPr>
        <p:spPr>
          <a:xfrm>
            <a:off x="8593455" y="1824965"/>
            <a:ext cx="2255519" cy="34228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algn="ctr"/>
            <a:endParaRPr lang="de-DE" sz="1600" noProof="0" dirty="0">
              <a:solidFill>
                <a:srgbClr val="FFFFFF"/>
              </a:solidFill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535F6E8-3320-A088-2125-3517356C800F}"/>
              </a:ext>
            </a:extLst>
          </p:cNvPr>
          <p:cNvSpPr txBox="1"/>
          <p:nvPr/>
        </p:nvSpPr>
        <p:spPr>
          <a:xfrm>
            <a:off x="8968744" y="2911884"/>
            <a:ext cx="1607812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000" b="1" dirty="0"/>
              <a:t>Shared </a:t>
            </a:r>
          </a:p>
          <a:p>
            <a:pPr algn="ctr"/>
            <a:r>
              <a:rPr lang="en-US" sz="2000" b="1" dirty="0"/>
              <a:t>Understanding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2F7EEFB4-266F-31CF-634E-8E69F4D7F308}"/>
              </a:ext>
            </a:extLst>
          </p:cNvPr>
          <p:cNvSpPr txBox="1"/>
          <p:nvPr/>
        </p:nvSpPr>
        <p:spPr>
          <a:xfrm>
            <a:off x="8871502" y="3577935"/>
            <a:ext cx="18022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Partners: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Laboratory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3592DD5F-9304-686E-9CF6-B8A4B446315E}"/>
              </a:ext>
            </a:extLst>
          </p:cNvPr>
          <p:cNvSpPr txBox="1"/>
          <p:nvPr/>
        </p:nvSpPr>
        <p:spPr>
          <a:xfrm>
            <a:off x="4992093" y="4572962"/>
            <a:ext cx="1949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Machine‑readable • </a:t>
            </a:r>
            <a:r>
              <a:rPr lang="en-US" sz="1400" dirty="0" err="1"/>
              <a:t>Validatable</a:t>
            </a:r>
            <a:r>
              <a:rPr lang="en-US" sz="1400" dirty="0"/>
              <a:t> • Open</a:t>
            </a:r>
          </a:p>
        </p:txBody>
      </p:sp>
      <p:pic>
        <p:nvPicPr>
          <p:cNvPr id="38" name="Grafik 37" descr="Welt Silhouette">
            <a:extLst>
              <a:ext uri="{FF2B5EF4-FFF2-40B4-BE49-F238E27FC236}">
                <a16:creationId xmlns:a16="http://schemas.microsoft.com/office/drawing/2014/main" id="{60DA6BC2-228A-DC01-D32C-569290BB64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15450" y="1912938"/>
            <a:ext cx="914400" cy="914400"/>
          </a:xfrm>
          <a:prstGeom prst="rect">
            <a:avLst/>
          </a:prstGeom>
        </p:spPr>
      </p:pic>
      <p:pic>
        <p:nvPicPr>
          <p:cNvPr id="42" name="Grafik 41" descr="Hierarchie Silhouette">
            <a:extLst>
              <a:ext uri="{FF2B5EF4-FFF2-40B4-BE49-F238E27FC236}">
                <a16:creationId xmlns:a16="http://schemas.microsoft.com/office/drawing/2014/main" id="{AF19FE44-501D-2B92-B2F2-5584C3E342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15810" y="1926598"/>
            <a:ext cx="914400" cy="914400"/>
          </a:xfrm>
          <a:prstGeom prst="rect">
            <a:avLst/>
          </a:prstGeom>
        </p:spPr>
      </p:pic>
      <p:pic>
        <p:nvPicPr>
          <p:cNvPr id="44" name="Grafik 43" descr="DNA Silhouette">
            <a:extLst>
              <a:ext uri="{FF2B5EF4-FFF2-40B4-BE49-F238E27FC236}">
                <a16:creationId xmlns:a16="http://schemas.microsoft.com/office/drawing/2014/main" id="{61B4D73E-AB42-8F59-B757-2CE46AB9A1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12233" y="1938080"/>
            <a:ext cx="914400" cy="9144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CA0BFC0-13BB-E216-73A3-96A5EB700906}"/>
              </a:ext>
            </a:extLst>
          </p:cNvPr>
          <p:cNvSpPr txBox="1"/>
          <p:nvPr/>
        </p:nvSpPr>
        <p:spPr>
          <a:xfrm>
            <a:off x="550863" y="5504217"/>
            <a:ext cx="91488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VDA 231‑300 defines what is tested – VDA 231‑301 defines how results are described. 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Standardized, machine‑readable data, No re‑typing, No interpretation gaps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3019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ercedes Benz">
  <a:themeElements>
    <a:clrScheme name="MB 2025-05-21">
      <a:dk1>
        <a:srgbClr val="000000"/>
      </a:dk1>
      <a:lt1>
        <a:srgbClr val="FFFFFF"/>
      </a:lt1>
      <a:dk2>
        <a:srgbClr val="8D8D8D"/>
      </a:dk2>
      <a:lt2>
        <a:srgbClr val="606060"/>
      </a:lt2>
      <a:accent1>
        <a:srgbClr val="0078D6"/>
      </a:accent1>
      <a:accent2>
        <a:srgbClr val="1398FF"/>
      </a:accent2>
      <a:accent3>
        <a:srgbClr val="075959"/>
      </a:accent3>
      <a:accent4>
        <a:srgbClr val="038281"/>
      </a:accent4>
      <a:accent5>
        <a:srgbClr val="522099"/>
      </a:accent5>
      <a:accent6>
        <a:srgbClr val="7B30E5"/>
      </a:accent6>
      <a:hlink>
        <a:srgbClr val="000000"/>
      </a:hlink>
      <a:folHlink>
        <a:srgbClr val="000000"/>
      </a:folHlink>
    </a:clrScheme>
    <a:fontScheme name="Mercedes-Benz Corpo">
      <a:majorFont>
        <a:latin typeface="MB Corpo A Title Cond Office"/>
        <a:ea typeface=""/>
        <a:cs typeface=""/>
      </a:majorFont>
      <a:minorFont>
        <a:latin typeface="MB Corpo S Text Office Ligh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noFill/>
        </a:ln>
      </a:spPr>
      <a:bodyPr lIns="90000" rtlCol="0" anchor="ctr">
        <a:noAutofit/>
      </a:bodyPr>
      <a:lstStyle>
        <a:defPPr algn="ctr">
          <a:defRPr sz="1600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Functional Black">
      <a:srgbClr val="000000"/>
    </a:custClr>
    <a:custClr name="Functional Grey 2">
      <a:srgbClr val="606060"/>
    </a:custClr>
    <a:custClr name="Functional Grey 3">
      <a:srgbClr val="8D8D8D"/>
    </a:custClr>
    <a:custClr name="Functional Grey 4 (non-accessible)">
      <a:srgbClr val="E0E0E0"/>
    </a:custClr>
    <a:custClr name="Functional White (non-accessible)"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Functional Blue 1">
      <a:srgbClr val="003257"/>
    </a:custClr>
    <a:custClr name="Functional Blue 2">
      <a:srgbClr val="0078D6"/>
    </a:custClr>
    <a:custClr name="Functional Blue 3 (Pure Blue on light)">
      <a:srgbClr val="1398FF"/>
    </a:custClr>
    <a:custClr name="Functional Blue 4 (non-accessible)">
      <a:srgbClr val="92D0FF"/>
    </a:custClr>
    <a:custClr name="Functional Blue 5 (non-accessible)">
      <a:srgbClr val="E4F3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Functional Red 1">
      <a:srgbClr val="770312"/>
    </a:custClr>
    <a:custClr name="Functional Red 2 (AMG Red)">
      <a:srgbClr val="B21E23"/>
    </a:custClr>
    <a:custClr name="Functional Red 3">
      <a:srgbClr val="EF5F64"/>
    </a:custClr>
    <a:custClr name="Functional Red 4 (non-accessible)">
      <a:srgbClr val="FDAFB2"/>
    </a:custClr>
    <a:custClr name="Functional Red 5 (non-accessible)">
      <a:srgbClr val="FFE0E1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Functional Purple 1">
      <a:srgbClr val="522099"/>
    </a:custClr>
    <a:custClr name="Functional Purple 2">
      <a:srgbClr val="7B30E5"/>
    </a:custClr>
    <a:custClr name="Functional Purple 3">
      <a:srgbClr val="AE75FF"/>
    </a:custClr>
    <a:custClr name="Functional Purple 4 (non-accessible)">
      <a:srgbClr val="E1C1FF"/>
    </a:custClr>
    <a:custClr name="Functional Purple 5 (non-accessible)">
      <a:srgbClr val="F8E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Functional Green 1">
      <a:srgbClr val="075959"/>
    </a:custClr>
    <a:custClr name="Functional Green 2">
      <a:srgbClr val="038281"/>
    </a:custClr>
    <a:custClr name="Functional Green 3">
      <a:srgbClr val="1FA4A3"/>
    </a:custClr>
    <a:custClr name="Functional Green 4 (non-accessible)">
      <a:srgbClr val="A4E0E0"/>
    </a:custClr>
    <a:custClr name="Functional Green 5 (non-accessible)">
      <a:srgbClr val="E8FFFF"/>
    </a:custClr>
    <a:custClr>
      <a:srgbClr val="FFFFFF"/>
    </a:custClr>
    <a:custClr>
      <a:srgbClr val="FFFFFF"/>
    </a:custClr>
    <a:custClr name="Traffic Light Red">
      <a:srgbClr val="EF5F64"/>
    </a:custClr>
    <a:custClr name="Traffic Light Yellow">
      <a:srgbClr val="C28800"/>
    </a:custClr>
    <a:custClr name="Traffic Light Green">
      <a:srgbClr val="17AC35"/>
    </a:custClr>
  </a:custClrLst>
  <a:extLst>
    <a:ext uri="{05A4C25C-085E-4340-85A3-A5531E510DB2}">
      <thm15:themeFamily xmlns:thm15="http://schemas.microsoft.com/office/thememl/2012/main" name="2025_MB_PowerPoint_Master_DE.pptx" id="{A8E63E50-F001-4815-8F13-1D45F5295992}" vid="{54BB93E3-49EC-400A-9488-2D6E973C3B5C}"/>
    </a:ext>
  </a:extLst>
</a:theme>
</file>

<file path=ppt/theme/theme2.xml><?xml version="1.0" encoding="utf-8"?>
<a:theme xmlns:a="http://schemas.openxmlformats.org/drawingml/2006/main" name="Office">
  <a:themeElements>
    <a:clrScheme name="Mercedes Benz">
      <a:dk1>
        <a:srgbClr val="000000"/>
      </a:dk1>
      <a:lt1>
        <a:srgbClr val="FFFFFF"/>
      </a:lt1>
      <a:dk2>
        <a:srgbClr val="8D8D8D"/>
      </a:dk2>
      <a:lt2>
        <a:srgbClr val="606060"/>
      </a:lt2>
      <a:accent1>
        <a:srgbClr val="0078D6"/>
      </a:accent1>
      <a:accent2>
        <a:srgbClr val="1398FF"/>
      </a:accent2>
      <a:accent3>
        <a:srgbClr val="075959"/>
      </a:accent3>
      <a:accent4>
        <a:srgbClr val="038281"/>
      </a:accent4>
      <a:accent5>
        <a:srgbClr val="522099"/>
      </a:accent5>
      <a:accent6>
        <a:srgbClr val="7B30E5"/>
      </a:accent6>
      <a:hlink>
        <a:srgbClr val="000000"/>
      </a:hlink>
      <a:folHlink>
        <a:srgbClr val="000000"/>
      </a:folHlink>
    </a:clrScheme>
    <a:fontScheme name="Mercedes Benz">
      <a:majorFont>
        <a:latin typeface="MB Corpo A Title Cond Office"/>
        <a:ea typeface=""/>
        <a:cs typeface=""/>
      </a:majorFont>
      <a:minorFont>
        <a:latin typeface="MB Corpo S Text Offic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Mercedes Benz">
      <a:dk1>
        <a:srgbClr val="000000"/>
      </a:dk1>
      <a:lt1>
        <a:srgbClr val="FFFFFF"/>
      </a:lt1>
      <a:dk2>
        <a:srgbClr val="8D8D8D"/>
      </a:dk2>
      <a:lt2>
        <a:srgbClr val="606060"/>
      </a:lt2>
      <a:accent1>
        <a:srgbClr val="0078D6"/>
      </a:accent1>
      <a:accent2>
        <a:srgbClr val="1398FF"/>
      </a:accent2>
      <a:accent3>
        <a:srgbClr val="075959"/>
      </a:accent3>
      <a:accent4>
        <a:srgbClr val="038281"/>
      </a:accent4>
      <a:accent5>
        <a:srgbClr val="522099"/>
      </a:accent5>
      <a:accent6>
        <a:srgbClr val="7B30E5"/>
      </a:accent6>
      <a:hlink>
        <a:srgbClr val="000000"/>
      </a:hlink>
      <a:folHlink>
        <a:srgbClr val="000000"/>
      </a:folHlink>
    </a:clrScheme>
    <a:fontScheme name="Mercedes Benz">
      <a:majorFont>
        <a:latin typeface="MB Corpo A Title Cond Office"/>
        <a:ea typeface=""/>
        <a:cs typeface=""/>
      </a:majorFont>
      <a:minorFont>
        <a:latin typeface="MB Corpo S Text Offic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4D49BC57A30B74EAF5FA08CC0809B5D" ma:contentTypeVersion="4" ma:contentTypeDescription="Ein neues Dokument erstellen." ma:contentTypeScope="" ma:versionID="f42b31601464034b66f8c086fe5fde9e">
  <xsd:schema xmlns:xsd="http://www.w3.org/2001/XMLSchema" xmlns:xs="http://www.w3.org/2001/XMLSchema" xmlns:p="http://schemas.microsoft.com/office/2006/metadata/properties" xmlns:ns2="7083a555-2aff-4b07-944e-54ee3192ca62" targetNamespace="http://schemas.microsoft.com/office/2006/metadata/properties" ma:root="true" ma:fieldsID="488b4878c7ff3aed4b8cd43b3a1e259d" ns2:_="">
    <xsd:import namespace="7083a555-2aff-4b07-944e-54ee3192ca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83a555-2aff-4b07-944e-54ee3192ca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E2FEE6-AF1E-4D04-BA8C-7758A68214DD}">
  <ds:schemaRefs>
    <ds:schemaRef ds:uri="http://purl.org/dc/elements/1.1/"/>
    <ds:schemaRef ds:uri="http://schemas.openxmlformats.org/package/2006/metadata/core-properties"/>
    <ds:schemaRef ds:uri="7083a555-2aff-4b07-944e-54ee3192ca62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F1D3A54-1049-4F51-BB0F-0D7AD40EB8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83a555-2aff-4b07-944e-54ee3192ca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4A179C-2385-44A9-8605-8B60B5740F2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2025_MB_PowerPoint_Master_DE</Template>
  <TotalTime>0</TotalTime>
  <Words>328</Words>
  <Application>Microsoft Office PowerPoint</Application>
  <PresentationFormat>Breitbild</PresentationFormat>
  <Paragraphs>54</Paragraphs>
  <Slides>3</Slides>
  <Notes>2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10" baseType="lpstr">
      <vt:lpstr>Wingdings</vt:lpstr>
      <vt:lpstr>Arial</vt:lpstr>
      <vt:lpstr>MB Corpo S Text Office</vt:lpstr>
      <vt:lpstr>MB Corpo A Title Cond Office</vt:lpstr>
      <vt:lpstr>MB Corpo S Text Office Light</vt:lpstr>
      <vt:lpstr>Mercedes Benz</vt:lpstr>
      <vt:lpstr>think-cell Folie</vt:lpstr>
      <vt:lpstr>Agenda</vt:lpstr>
      <vt:lpstr>Complexity of Traditional Material-Data-Exchange</vt:lpstr>
      <vt:lpstr>The Missing Link: Standardization</vt:lpstr>
    </vt:vector>
  </TitlesOfParts>
  <Company>Daimler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Ulmer-Langner, Heike (059)</dc:creator>
  <cp:lastModifiedBy>Ulmer-Langner, Heike (059)</cp:lastModifiedBy>
  <cp:revision>9</cp:revision>
  <cp:lastPrinted>2025-07-21T17:14:08Z</cp:lastPrinted>
  <dcterms:created xsi:type="dcterms:W3CDTF">2026-03-25T09:46:39Z</dcterms:created>
  <dcterms:modified xsi:type="dcterms:W3CDTF">2026-04-28T13:11:05Z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2025-07-21T19:56:24Z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00b9b597-c41b-45b5-83df-9b7073dd7937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50, 3, 0, 1</vt:lpwstr>
  </property>
  <property fmtid="{D5CDD505-2E9C-101B-9397-08002B2CF9AE}" pid="10" name="ClassificationContentMarkingFooterLocations">
    <vt:lpwstr>Mercedes Benz:8</vt:lpwstr>
  </property>
  <property fmtid="{D5CDD505-2E9C-101B-9397-08002B2CF9AE}" pid="11" name="ClassificationContentMarkingFooterText">
    <vt:lpwstr>Confidential - Not for Public Consumption or Distribution</vt:lpwstr>
  </property>
  <property fmtid="{D5CDD505-2E9C-101B-9397-08002B2CF9AE}" pid="12" name="MSIP_Label_924dbb1d-991d-4bbd-aad5-33bac1d8ffaf_Enabled">
    <vt:lpwstr>true</vt:lpwstr>
  </property>
  <property fmtid="{D5CDD505-2E9C-101B-9397-08002B2CF9AE}" pid="13" name="MSIP_Label_924dbb1d-991d-4bbd-aad5-33bac1d8ffaf_SetDate">
    <vt:lpwstr>2025-09-02T09:09:34Z</vt:lpwstr>
  </property>
  <property fmtid="{D5CDD505-2E9C-101B-9397-08002B2CF9AE}" pid="14" name="MSIP_Label_924dbb1d-991d-4bbd-aad5-33bac1d8ffaf_Method">
    <vt:lpwstr>Standard</vt:lpwstr>
  </property>
  <property fmtid="{D5CDD505-2E9C-101B-9397-08002B2CF9AE}" pid="15" name="MSIP_Label_924dbb1d-991d-4bbd-aad5-33bac1d8ffaf_Name">
    <vt:lpwstr>924dbb1d-991d-4bbd-aad5-33bac1d8ffaf</vt:lpwstr>
  </property>
  <property fmtid="{D5CDD505-2E9C-101B-9397-08002B2CF9AE}" pid="16" name="MSIP_Label_924dbb1d-991d-4bbd-aad5-33bac1d8ffaf_SiteId">
    <vt:lpwstr>9652d7c2-1ccf-4940-8151-4a92bd474ed0</vt:lpwstr>
  </property>
  <property fmtid="{D5CDD505-2E9C-101B-9397-08002B2CF9AE}" pid="17" name="MSIP_Label_924dbb1d-991d-4bbd-aad5-33bac1d8ffaf_ActionId">
    <vt:lpwstr>1aca53bc-252c-4a07-ba74-1a74cf4ec855</vt:lpwstr>
  </property>
  <property fmtid="{D5CDD505-2E9C-101B-9397-08002B2CF9AE}" pid="18" name="MSIP_Label_924dbb1d-991d-4bbd-aad5-33bac1d8ffaf_ContentBits">
    <vt:lpwstr>0</vt:lpwstr>
  </property>
  <property fmtid="{D5CDD505-2E9C-101B-9397-08002B2CF9AE}" pid="19" name="MSIP_Label_924dbb1d-991d-4bbd-aad5-33bac1d8ffaf_Tag">
    <vt:lpwstr>10, 3, 0, 1</vt:lpwstr>
  </property>
  <property fmtid="{D5CDD505-2E9C-101B-9397-08002B2CF9AE}" pid="20" name="ContentTypeId">
    <vt:lpwstr>0x010100F4D49BC57A30B74EAF5FA08CC0809B5D</vt:lpwstr>
  </property>
  <property fmtid="{D5CDD505-2E9C-101B-9397-08002B2CF9AE}" pid="21" name="MediaServiceImageTags">
    <vt:lpwstr/>
  </property>
</Properties>
</file>